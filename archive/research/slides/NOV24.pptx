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 varScale="1">
        <p:scale>
          <a:sx n="88" d="100"/>
          <a:sy n="88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7E19-9D78-437E-D08E-A9372ECA9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44D9C-FFBC-44E8-6EC2-97F048001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91E85-A731-A657-835E-9B60CE58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3834A-4094-780D-AAF6-61AAD9B9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7C35-795F-D773-95F2-964EA7EA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1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E7AA-D9A9-912B-B4BF-0E82933B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D8D0A-6907-FA72-D4D0-6E0572703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E40B-9187-4F78-588B-34C1F53C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9FA8E-CCEA-AA3C-C41F-C87262C1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8463-E3B0-F216-3FEA-B8AD18BB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5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996B-F7AF-BEF9-3C73-2C734E88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AA8A0-47F7-B1C9-96AD-3DF2CAA03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2EE9-F19F-44AE-8ADF-27B5AA8D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6BA75-C76D-D90D-8E0D-700C7CCE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B78BD-CF95-3C3B-50EE-13627E7A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3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7A70-016C-94F5-B422-4FBFCFC7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3C04-10DC-6866-0BDE-415D0BD7D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0CEC3-86A0-7214-338C-FC3D95B14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AD787-1CFF-7C1E-0476-0342F94A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0BF67-7FD4-ADC5-8CBE-1408D353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20BA6-022B-6A75-80A5-4A9E2F06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2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B1C5-8A1A-36F0-C87B-1E94F65D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5190C-5426-044B-8DCB-BDC10A826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FC8C4-C9AC-8F7B-544B-27CEEEBA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AF212-31E4-2E46-83A5-BEDC95CC4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4D919-FCCC-A63D-9A80-6F116AEF6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EB168-4B69-728D-FC96-1BF982D4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39BD7-858C-594C-6ED5-2ADC7DBD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E8930-E2FA-F370-552A-11821088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4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1AF2-204B-3916-B2CF-9BE7D3DC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BE340-1748-9C6A-1DEE-24D94D0B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5AA7B-06EF-B379-488A-7E10022C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4EDC5-72C3-9746-5ED9-481AA521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2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836E3-62DD-22A6-3A05-A0E0E509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1A32A-F81C-76F3-CF97-4C9F0B80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CCAC1-0E55-1659-C078-0C1640A9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7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551A-ADDF-89F5-9146-59707432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ABE21-3593-F72C-3326-403F3012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5D3C9-E440-8E1C-4B20-7893EA329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DA48C-44E7-DE93-4F2D-00570088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FA67D-FB1B-4B3F-D220-5446C116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9E561-A316-10AF-EC5B-126F42DC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5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7F70-89A1-EF31-DBAE-8EDBA8F6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3B15B-0959-E827-20D5-1BAD0A8F3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FB694-7B11-52D2-3F55-4520E8063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80ED2-0941-AC79-2153-FA1668ED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6AB7A-67B2-54E4-EF30-696EB674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0862E-28D9-5ECE-ED39-35FE28DC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8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0A95-15C7-3379-89C1-BD5365AD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5178-F043-3883-0C17-41B2A768A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4F1B-466C-88B4-6E28-AB2FDDE7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4D885-04B2-A7AE-7A16-F2CC7255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942C0-E13D-DFB6-5159-7B0390D2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8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02DA4-6E11-2B03-7CE1-7E1CC270F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AF9E9-144B-9C62-9AAB-CC8D6F334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1EEC7-615A-65EA-D1AB-B5600D26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4B67-9984-37A3-7F30-4B16A407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1F91-C3A8-6FC8-9236-3B7C3A55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8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7C481-5D90-2461-EFC7-B33DE90E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9C350-CD2C-DD7E-A65D-DC9633907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CD33E-45B1-6EF1-9C87-134395A96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1A84B-EA54-5D4A-B2A0-BBA6935ED66A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BBA1-986C-5E10-6F1B-0846824A8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707D2-2975-42E9-4746-08C6F1313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CC704-4657-EF4E-AE80-3E9DA9EAE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7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C695-1FE8-5911-6BEC-738E46735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GNN start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DA582-DB22-7F70-5848-2C34DC5A9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7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E162-F2AF-A648-0D63-9F16EC0D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Feel like the lepton is not considered in the fat jet constituent</a:t>
            </a:r>
          </a:p>
        </p:txBody>
      </p:sp>
      <p:pic>
        <p:nvPicPr>
          <p:cNvPr id="5" name="Content Placeholder 4" descr="A graph of different sizes and numbers&#10;&#10;AI-generated content may be incorrect.">
            <a:extLst>
              <a:ext uri="{FF2B5EF4-FFF2-40B4-BE49-F238E27FC236}">
                <a16:creationId xmlns:a16="http://schemas.microsoft.com/office/drawing/2014/main" id="{9DAB4157-34E4-B3BD-52F7-E75C82FC2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024" y="1690688"/>
            <a:ext cx="10133952" cy="5167312"/>
          </a:xfrm>
        </p:spPr>
      </p:pic>
    </p:spTree>
    <p:extLst>
      <p:ext uri="{BB962C8B-B14F-4D97-AF65-F5344CB8AC3E}">
        <p14:creationId xmlns:p14="http://schemas.microsoft.com/office/powerpoint/2010/main" val="145591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9E90DB64-E279-4EBD-2650-E643D4043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2316" y="665845"/>
            <a:ext cx="5742817" cy="574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35500D2-BDDE-E1AD-7690-BE4452335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9" y="665845"/>
            <a:ext cx="5742818" cy="574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46F2A5C-3C09-F694-7D3C-30D1E13E1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514"/>
            <a:ext cx="7229088" cy="68383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5A172F-C4BB-9C12-A99D-74E554B12002}"/>
              </a:ext>
            </a:extLst>
          </p:cNvPr>
          <p:cNvSpPr txBox="1"/>
          <p:nvPr/>
        </p:nvSpPr>
        <p:spPr>
          <a:xfrm>
            <a:off x="7799294" y="806824"/>
            <a:ext cx="3009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 Q: Batch Size / LR?</a:t>
            </a:r>
          </a:p>
          <a:p>
            <a:r>
              <a:rPr lang="en-US" dirty="0"/>
              <a:t>How to make training faster?</a:t>
            </a:r>
          </a:p>
        </p:txBody>
      </p:sp>
    </p:spTree>
    <p:extLst>
      <p:ext uri="{BB962C8B-B14F-4D97-AF65-F5344CB8AC3E}">
        <p14:creationId xmlns:p14="http://schemas.microsoft.com/office/powerpoint/2010/main" val="128510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F14A-CFE4-8635-1DF3-C10844BF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weight when training/no dr&lt;1 req</a:t>
            </a:r>
          </a:p>
        </p:txBody>
      </p:sp>
      <p:pic>
        <p:nvPicPr>
          <p:cNvPr id="5" name="Content Placeholder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FBE81CFA-9805-B061-29AC-3905DE987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3713"/>
          <a:stretch>
            <a:fillRect/>
          </a:stretch>
        </p:blipFill>
        <p:spPr>
          <a:xfrm>
            <a:off x="838200" y="1800564"/>
            <a:ext cx="10515599" cy="4406589"/>
          </a:xfrm>
        </p:spPr>
      </p:pic>
    </p:spTree>
    <p:extLst>
      <p:ext uri="{BB962C8B-B14F-4D97-AF65-F5344CB8AC3E}">
        <p14:creationId xmlns:p14="http://schemas.microsoft.com/office/powerpoint/2010/main" val="329295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36D1-871A-1FC1-B041-3E2493AA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dr&lt;1 req &amp; weight when training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560759-00B8-0DB7-400F-EC4EFA3C0C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1867694"/>
            <a:ext cx="89027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4CAF-68EF-A7E5-8BF1-A0960096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Integrate into DNN?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D0295-D65C-C6FC-435F-E3E0B1B02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91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54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GNN start</vt:lpstr>
      <vt:lpstr>Feel like the lepton is not considered in the fat jet constituent</vt:lpstr>
      <vt:lpstr>PowerPoint Presentation</vt:lpstr>
      <vt:lpstr>PowerPoint Presentation</vt:lpstr>
      <vt:lpstr>No weight when training/no dr&lt;1 req</vt:lpstr>
      <vt:lpstr>With dr&lt;1 req &amp; weight when training</vt:lpstr>
      <vt:lpstr>Next step: Integrate into DNN?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2</cp:revision>
  <dcterms:created xsi:type="dcterms:W3CDTF">2025-11-24T05:47:12Z</dcterms:created>
  <dcterms:modified xsi:type="dcterms:W3CDTF">2025-11-24T17:02:34Z</dcterms:modified>
</cp:coreProperties>
</file>