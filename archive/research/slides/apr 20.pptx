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7"/>
  </p:normalViewPr>
  <p:slideViewPr>
    <p:cSldViewPr snapToGrid="0">
      <p:cViewPr varScale="1">
        <p:scale>
          <a:sx n="104" d="100"/>
          <a:sy n="10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0C3E-B62B-073C-5204-E1AC24024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6EA4C-36B4-98BC-F079-C3268E130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1DE7-41FC-EB94-F253-DCF08778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EFB32-E6B4-A6E8-8CA5-1D0F34C8A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B849-9EF2-49A2-66E0-B29B6F89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9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A0F4-146F-6612-C959-2D41CDD0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CE593-2D20-937E-02A3-43DEF9993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7D2D2-5451-C1BA-479B-5395D469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58BBB-53CA-8C5F-8468-7ED71DCE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34B32-CB03-4AC4-2374-71468717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A531-E4CD-6AF2-BBB6-9256DC2B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E4BD4-4D0A-31B1-915A-6A634BBE6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2397-6497-C605-CDF6-1C8BB396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D481F-E075-FD12-B908-8DF83279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52A46-50D2-D3B3-0ACC-86F7B00A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EF31-89A9-C6BA-4AC7-7604240C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FF1A-34AE-B31C-5B16-9C6851B78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7C5A8-AE3F-2CCE-D924-8D95AA72E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1676-43BE-24E0-9E0A-0BCBDD9C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EFCED-AB2C-2568-FBD3-003F921F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F8963-FAF4-C6BC-D876-CBA1569F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E000-6271-CB1F-E9E7-438B1D96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14137-C9FC-993D-5AED-5A8B0DEE0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9CBA6-DDDA-1A49-4DE4-251793D8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8A8C0-2971-A2AA-6A5A-B789FC068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06453-0286-CB58-F626-CB263176F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EF27E-1EA3-E803-3976-A57DDA33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C93FE-190F-ECC1-2193-C42FF2D2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7DC2F-A875-FD6F-36CE-ABD585B4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EFB3-4843-809C-1B7A-7CBA90C3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DEC35-D8DD-37F0-F245-8A49849B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4445E-2E59-02DC-2130-B5F22C14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B40D-A45D-2FD2-B0B2-5EA2A6E7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3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CB496-80A1-B0DF-B0D3-3EEB6546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36C16-1107-CAAC-0DF2-45212A0F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CE771-7BE4-D467-326B-9A1B7D82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4166-7D2A-9568-AAF9-9E7D3123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1540-5754-F958-569A-15C0135EA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6645D-C0D7-05E7-AB31-A8AAFD764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FEEB0-945F-B6B1-AD21-82A4F776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9F652-AC2A-1560-A707-5D6A82A3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1311E-C566-834D-EE30-CBCC4549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4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1FA8-72DA-5B4A-F923-B411A70B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EC8333-FA9D-2E98-033F-EC5862F04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9771-E6D7-FD0B-4D73-AFAD6E1B4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BE355-712D-9032-A382-B697B8A9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DBD73-93A4-D4D5-077D-E371DCE73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AA512-0E85-01E3-7ACC-6754D050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8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2598-C71D-36B2-905A-8EB52FDE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89227-3D83-FF19-B03E-A02350F7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DA50-3B8A-459D-1BB7-67376B10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C8FB2-E828-E195-2DFC-9BD47915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A4CDD-DF7A-3976-1E6F-8230379B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5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61D28-9E1D-553E-971A-E3B20BB45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C35E8-C27F-CA84-2A9C-B19BB9548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4C67-C085-1C46-5338-43A50B67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8F676-8DAC-5243-1ECA-F72610BE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AEDF9-3CD8-DE25-D2B9-3444DC6D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2FDF6-D3AE-75D9-81D1-4DD8D0CD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12307-4921-4218-EC5D-85E107FFF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12AB7-9529-90FF-9046-7EBEAF4CA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0BC3C-9769-2F41-8101-A6BDE577103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60BB6-391B-2086-F276-0574AA749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5A57-E2DD-BCDF-FBE8-1E08775DB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03544-24C1-7648-BAF6-E8D88E7B2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8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47D135-2FB2-73D0-08D5-B88A8A7D0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8"/>
            <a:ext cx="12192000" cy="63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79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5FC3D6D-801B-D38F-F3FC-8EAF821D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0"/>
            <a:ext cx="8662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38B0B99-3529-CBF3-9472-E72579443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8"/>
            <a:ext cx="12192000" cy="63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93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5410DBC-B481-9A8D-5280-6775141CE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13"/>
            <a:ext cx="12192000" cy="640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06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75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96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2026-04-20T18:02:51Z</dcterms:created>
  <dcterms:modified xsi:type="dcterms:W3CDTF">2026-04-21T01:17:31Z</dcterms:modified>
</cp:coreProperties>
</file>