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7"/>
  </p:normalViewPr>
  <p:slideViewPr>
    <p:cSldViewPr snapToGrid="0">
      <p:cViewPr varScale="1">
        <p:scale>
          <a:sx n="88" d="100"/>
          <a:sy n="88" d="100"/>
        </p:scale>
        <p:origin x="17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9A6C0-123F-78D8-570A-48657355A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118C8-12AD-9F36-8DFF-3E89471AE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115B5-9E6E-79C3-D6A9-4D4614179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99B7-9032-FB4C-BDB9-8893E1E64DE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4D79C-27DC-C557-4D92-4AE7FEA1F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1231A-5197-02EE-5FA5-06C69473B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2ED13-75A6-2E4C-8B61-AAEA5872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02C24-214F-0952-9401-DEFBA8F9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B24B8-D3B8-2CE4-2F96-5885B5DEA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E7171-D15A-EB91-BB97-F4CE55E7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99B7-9032-FB4C-BDB9-8893E1E64DE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FBDD2-49C7-CA49-81DE-800C278D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92145-0E9F-1EF4-A3EA-E7BB6E5A2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2ED13-75A6-2E4C-8B61-AAEA5872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990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007B-5B5F-1973-3405-AC8A76FFB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D1CCF-DFCF-902F-97C1-737E0BADD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8D74C-ED48-7383-CA13-5BD207A3E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99B7-9032-FB4C-BDB9-8893E1E64DE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09C51-677E-B3C7-4B5B-7769B3B11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C5C2C-6F50-76D7-4442-776720A1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2ED13-75A6-2E4C-8B61-AAEA5872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42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A8E8-89C2-7E48-0767-A18AC5039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E6BD7-75B5-3727-1890-3404ED167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7F0DA-8A2B-404A-B1D1-69CA96196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54AD4-7500-C9A0-ECD8-9611D09D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99B7-9032-FB4C-BDB9-8893E1E64DE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858B8-6042-769B-2C39-B31AF628E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2ADDA-321A-D73B-67E9-4FF40A350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2ED13-75A6-2E4C-8B61-AAEA5872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20E-19AF-6979-0F59-6396691F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D1078-8BD4-F149-1E22-FC02F9AA8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41B855-44E5-522A-1D05-7C68FBE13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9B0240-BFAE-9076-1B6E-2DDE7F38D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4422F-7E00-661C-0E4E-6E7F9A040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2371E3-DC60-04AB-1DDE-C76D989D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99B7-9032-FB4C-BDB9-8893E1E64DE4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C61D12-E612-01E7-8385-2095EF5C9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B22F27-A92C-DC81-A1C0-97B7D64A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2ED13-75A6-2E4C-8B61-AAEA5872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23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E9BDC-CB85-8BD3-D2F5-C2624BFD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D7055-3800-2B77-8E2B-713C37EB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99B7-9032-FB4C-BDB9-8893E1E64DE4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CF51D-F30D-AAB5-E811-EB54FE7CF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ACBAF-8F69-2BE2-8723-CAD71FB0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2ED13-75A6-2E4C-8B61-AAEA5872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96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5AE05-DE24-AB34-F8B0-81513D121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99B7-9032-FB4C-BDB9-8893E1E64DE4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9B274D-0E95-AAA7-1B9A-2B9A8C1A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D650A-6D0C-378E-DCC1-54540506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2ED13-75A6-2E4C-8B61-AAEA5872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8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01FBF-5D42-C439-7CD4-DC3D27BE3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5C1CD-8138-FCED-8248-449D4BC54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CD6B1-7E44-031C-4158-E5F8355ED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07E1C-FEDB-AA6B-7667-2DFAD6D81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99B7-9032-FB4C-BDB9-8893E1E64DE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4495D-67FB-91B3-6D65-130FFED8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AA74D-6F28-0AAE-5792-25889D71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2ED13-75A6-2E4C-8B61-AAEA5872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7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F026-590D-FA83-42EE-CB0840AEC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9F59D3-01CA-D58C-FBEB-A4ADAE33F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AEAD6-777A-91CB-C8B8-6579402CC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AB4AB-E6C2-9553-9F23-AE385E4A1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99B7-9032-FB4C-BDB9-8893E1E64DE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21C59-19C7-EC16-8BFA-0816FEAE2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82081-0B16-E49E-23A5-CDFA4BE91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2ED13-75A6-2E4C-8B61-AAEA5872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9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F693C-D09A-E455-2107-7E1D9BFF0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EC2D8-BDDE-D51B-8F26-EF84D5493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44CD6-9EDE-B3C5-B48B-E201E2C00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99B7-9032-FB4C-BDB9-8893E1E64DE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06218-C6BC-E4CB-694D-3F3974832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4F49F-E435-A927-CDCB-E5106510D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2ED13-75A6-2E4C-8B61-AAEA5872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27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714ADE-2448-2C62-7CB0-A3793BD99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2C77A-7F1B-B8BF-29EE-92E6A6F0E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3F052-8369-06F6-F20E-81F78574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99B7-9032-FB4C-BDB9-8893E1E64DE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7F4B6-85DC-5E2C-1885-0FC81A8D9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DA3E9-79EA-61CF-7F87-883F5FFA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2ED13-75A6-2E4C-8B61-AAEA5872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92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45125F-7B97-3EA5-0D33-F662388E8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392F7-3839-5B35-1EE7-552748E2D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9D83C-4BEC-D8CF-F5D5-DF4B76C10E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E99B7-9032-FB4C-BDB9-8893E1E64DE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3D352-2D7A-619E-24BD-717EEE3ED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000EF-FC10-FF10-A265-081D73F67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82ED13-75A6-2E4C-8B61-AAEA5872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15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7DE85-57A2-BC59-0C72-823E0F47B3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AA0797-49C2-9F11-79A6-04EDDBA16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3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F5B2-4524-10D5-AFA3-BBF55687C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fj parameters only (mass, D2, count)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9570B3-8CA9-C6BF-C265-0D01A67C98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52002"/>
            <a:ext cx="10515600" cy="2898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121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516C3-00FE-766C-3ECA-2A910631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only (</a:t>
            </a:r>
            <a:r>
              <a:rPr lang="en-US" dirty="0" err="1"/>
              <a:t>g_score</a:t>
            </a:r>
            <a:r>
              <a:rPr lang="en-US" dirty="0"/>
              <a:t> only)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EAC45CC-4266-48AB-4328-4856A1FDF4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70465"/>
            <a:ext cx="10515600" cy="346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585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6E1F5-163F-AA82-DC9A-488F1D14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DNN (with </a:t>
            </a:r>
            <a:r>
              <a:rPr lang="en-US" dirty="0" err="1"/>
              <a:t>g_score</a:t>
            </a:r>
            <a:r>
              <a:rPr lang="en-US" dirty="0"/>
              <a:t>, without fj parameters)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36DED1A-4944-9151-21E3-35786D6593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52002"/>
            <a:ext cx="10515600" cy="2898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252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0A5A5-52ED-694F-7B0F-D4C514D06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DNN All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650C45E-F6B7-FB1D-ACFF-46CEB12806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" y="2148114"/>
            <a:ext cx="11980841" cy="330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688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00B08E0E-A7C8-9749-F15E-A444AD076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5592" y="182562"/>
            <a:ext cx="7965738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13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07F1-C693-BD6F-2B81-9E40625F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DNN All:</a:t>
            </a:r>
          </a:p>
        </p:txBody>
      </p:sp>
      <p:pic>
        <p:nvPicPr>
          <p:cNvPr id="8" name="Content Placeholder 7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E38338DB-9874-5468-FB9C-AECD41049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174023" y="172822"/>
            <a:ext cx="8017977" cy="6320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632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4D67-730C-A545-34BE-6456EAD79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Merged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357BC32-D678-5ACD-A09B-21FA0D4D7D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70465"/>
            <a:ext cx="10515600" cy="346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173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35</Words>
  <Application>Microsoft Macintosh PowerPoint</Application>
  <PresentationFormat>Widescreen</PresentationFormat>
  <Paragraphs>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fj parameters only (mass, D2, count)</vt:lpstr>
      <vt:lpstr>GNN only (g_score only)</vt:lpstr>
      <vt:lpstr>DNN (with g_score, without fj parameters)</vt:lpstr>
      <vt:lpstr>DNN All</vt:lpstr>
      <vt:lpstr>PowerPoint Presentation</vt:lpstr>
      <vt:lpstr>DNN All:</vt:lpstr>
      <vt:lpstr>Merged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Ye</dc:creator>
  <cp:lastModifiedBy>Peilin Ye</cp:lastModifiedBy>
  <cp:revision>1</cp:revision>
  <dcterms:created xsi:type="dcterms:W3CDTF">2026-02-09T18:54:17Z</dcterms:created>
  <dcterms:modified xsi:type="dcterms:W3CDTF">2026-02-09T19:53:09Z</dcterms:modified>
</cp:coreProperties>
</file>