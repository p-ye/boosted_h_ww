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6"/>
  </p:normalViewPr>
  <p:slideViewPr>
    <p:cSldViewPr snapToGrid="0">
      <p:cViewPr varScale="1">
        <p:scale>
          <a:sx n="106" d="100"/>
          <a:sy n="106" d="100"/>
        </p:scale>
        <p:origin x="6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0CFA-14A1-72F3-4638-E6042BD75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83CE9-F78E-2C3D-6FA6-AB3746079A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6E441-90E5-235D-8108-886914A7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20D3-698C-DA11-2860-61A0FF992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C0CD-4FFA-8669-6068-C9C67833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35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DE2D-08AD-9672-4561-21FF92DA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F1539-DFB5-7CA6-D573-3A73F2931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61B92-D7C7-C143-BF08-91969675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59487-310C-0DC4-1A36-C13A48A1D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CF81C-52D3-1FF3-69A5-FD47A67E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024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7347-A8DE-8A8E-B1EE-9D65D97AB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63730-A1D1-F0E2-B3AA-C03ED2931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FFBE8-7595-D18D-5E94-8AEEFBD8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9A37F-4E4B-B20D-4F83-9584A91C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98CE5-5E46-D19D-B298-F67EB665B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C85B2-CDB6-EB04-C6E8-07631469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B3D60-52EE-57BE-04DA-97D7E19DA3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2D3CB4-B53F-E982-B41D-F2D91E8E5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B62A1-20F3-AB92-FD7E-0D2F9EC5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50D57-19C0-BAAD-7086-82EA56AF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5227B-1C26-6C87-161E-D1FFEB90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0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AEB6-C183-D7FB-B6A1-1205F769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5B234-096B-F629-0987-6976EBCD8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58F22-9946-B63A-3B6B-DECC0732F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8D5E0-A4AC-F672-C7E9-560B65B4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E749E-68F8-A9F6-EE60-6368CE14A1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2AFD2E-9784-6EAE-9C1E-8062782E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8FE50-B339-C8BB-E7F5-7F1E1D68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4C9E8-D14C-26F0-CFB6-A78D66E7D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1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DF22-4493-DEE8-3C08-75A68E73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357F6-96DF-5760-5C92-D31E2921E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2EA0A-A06B-9A81-8F9A-23E7B28D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BA3F6-8AD9-9871-B93A-B8C2E9AF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79386-F4A4-F7B4-C16E-497A468C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A3D91-3138-291C-783B-066DDB40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0B8B7-FA29-2323-DA33-0268A3E52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21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1305-CF09-C740-DBA7-6A68C403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9BB50-BBD7-F5BB-6AB3-F199164C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FEA36B-AD94-4F79-A873-2A353CA8F4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73248-4608-9F7F-5DAA-A041B904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9B5BE-D849-5A19-FC2C-D3D5C91B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529EC-39FE-89D5-2E4E-F8B7F9FA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9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EC443-B39E-4B38-10BD-70115F7F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F288DC-973A-D9B0-03BC-35813144C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71EA0-803B-1E74-2F8E-7CED19B33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FA48B-5E36-1EDD-794A-0064312F5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03406-9399-18E5-C554-A5CE678DE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720A-5D36-1900-1ADE-5C51194F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A954-DA77-A808-313F-D5719019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E6957-D8EB-8F32-F8C1-648EC9389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821F-1B6F-E453-2A78-68907345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B522A-60FB-4DFE-5209-DEDEBE28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78AC-E3EE-66DB-A759-363FEA9C8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21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B2BC4-2505-12F1-F83C-D6DE7C332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D4DC5-F1F8-BFB4-50AC-27B897371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092E-83F8-0617-7838-85BBA01B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DC3A4-A6A5-C2A3-CC94-3E176C955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B5611-160C-AD1E-EE54-382AD9EA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72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F5AEE-4B2F-408A-1A18-A44EC992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E445E-8990-FFA5-23E8-B2DCD8FA4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5069D-0907-E5FD-3DEA-13CEA815A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7C5DC-C1A5-144C-9E31-D8B3D5B71E9C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C7B56-C97C-E268-8586-FBE9FD63F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3FED5-FD23-807E-9619-554E6CD9F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26078-ECDA-4944-8ACA-5B7D6C9FF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5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B4217-F724-7651-2F09-9ED15ABD8F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Oct 13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BCA9C-B158-2E9F-5039-FD65C3A54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73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8C18-CC69-4CF5-3D88-99A01A39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DNN model ready…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19354A-87D6-D6FA-4A4A-98838F29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Inputs: see the right table</a:t>
            </a:r>
          </a:p>
          <a:p>
            <a:r>
              <a:rPr lang="en-US" dirty="0"/>
              <a:t>preselection: </a:t>
            </a:r>
          </a:p>
          <a:p>
            <a:pPr lvl="1"/>
            <a:r>
              <a:rPr lang="en-US" dirty="0"/>
              <a:t>1. must have 1 </a:t>
            </a:r>
            <a:r>
              <a:rPr lang="en-US" dirty="0" err="1"/>
              <a:t>lep</a:t>
            </a:r>
            <a:r>
              <a:rPr lang="en-US" dirty="0"/>
              <a:t>, 2 jets, 1 fat jet</a:t>
            </a:r>
          </a:p>
          <a:p>
            <a:pPr lvl="1"/>
            <a:r>
              <a:rPr lang="en-US" dirty="0"/>
              <a:t>2. Lepton inside the fat jet (</a:t>
            </a:r>
            <a:r>
              <a:rPr lang="en-US" dirty="0" err="1"/>
              <a:t>dR</a:t>
            </a:r>
            <a:r>
              <a:rPr lang="en-US" dirty="0"/>
              <a:t> &lt;1)</a:t>
            </a:r>
          </a:p>
          <a:p>
            <a:pPr lvl="1"/>
            <a:r>
              <a:rPr lang="en-US" dirty="0"/>
              <a:t>3. For signals, true </a:t>
            </a:r>
            <a:r>
              <a:rPr lang="en-US" dirty="0" err="1"/>
              <a:t>higgs</a:t>
            </a:r>
            <a:r>
              <a:rPr lang="en-US" dirty="0"/>
              <a:t> inside the fat jet (</a:t>
            </a:r>
            <a:r>
              <a:rPr lang="en-US" dirty="0" err="1"/>
              <a:t>dR</a:t>
            </a:r>
            <a:r>
              <a:rPr lang="en-US" dirty="0"/>
              <a:t> &lt; 1)</a:t>
            </a:r>
          </a:p>
          <a:p>
            <a:endParaRPr lang="en-US" dirty="0"/>
          </a:p>
        </p:txBody>
      </p:sp>
      <p:pic>
        <p:nvPicPr>
          <p:cNvPr id="10" name="Content Placeholder 4" descr="A table of numbers with letters and numbers&#10;&#10;AI-generated content may be incorrect.">
            <a:extLst>
              <a:ext uri="{FF2B5EF4-FFF2-40B4-BE49-F238E27FC236}">
                <a16:creationId xmlns:a16="http://schemas.microsoft.com/office/drawing/2014/main" id="{5895977F-2389-C573-1F44-691109DF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106" y="179323"/>
            <a:ext cx="2113548" cy="656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7A7-0CE2-B1A3-8EF2-4B48436D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9444E-B19A-B8FF-915F-6027498E0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signal 2 500 000 events, 254 733 passing selection</a:t>
            </a:r>
          </a:p>
          <a:p>
            <a:r>
              <a:rPr lang="en-US" dirty="0"/>
              <a:t>Start with background total 1 500 000 events, 58558 passing selection</a:t>
            </a:r>
          </a:p>
          <a:p>
            <a:r>
              <a:rPr lang="en-US" dirty="0"/>
              <a:t>final balanced dataset (58558 signal, 58558 background)</a:t>
            </a:r>
          </a:p>
        </p:txBody>
      </p:sp>
      <p:pic>
        <p:nvPicPr>
          <p:cNvPr id="7" name="Picture 6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DCB828BF-CD18-C1B2-6B9A-A73848819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739902"/>
            <a:ext cx="8803249" cy="311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9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47000-32C1-4F15-6228-B0D9772A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</a:t>
            </a:r>
          </a:p>
        </p:txBody>
      </p:sp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595EAB87-241E-BF67-AC33-6CB23378C5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35200"/>
            <a:ext cx="10515600" cy="4222800"/>
          </a:xfrm>
        </p:spPr>
      </p:pic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FCA5C06D-8DE8-F3E3-3C2D-89509DF35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365125"/>
            <a:ext cx="5664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43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93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Oct 13 update</vt:lpstr>
      <vt:lpstr>Baseline DNN model ready…</vt:lpstr>
      <vt:lpstr>Numbers</vt:lpstr>
      <vt:lpstr>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2025-10-13T15:48:19Z</dcterms:created>
  <dcterms:modified xsi:type="dcterms:W3CDTF">2025-10-13T15:55:47Z</dcterms:modified>
</cp:coreProperties>
</file>