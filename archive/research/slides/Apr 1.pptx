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58"/>
    <p:restoredTop sz="94668"/>
  </p:normalViewPr>
  <p:slideViewPr>
    <p:cSldViewPr snapToGrid="0">
      <p:cViewPr>
        <p:scale>
          <a:sx n="70" d="100"/>
          <a:sy n="70" d="100"/>
        </p:scale>
        <p:origin x="872" y="1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5712B-5943-E261-9757-B934BDA65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FD4392-D1F2-067C-F163-A6DC2B4106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9CCB5-5F2F-65BA-0C86-6A9980392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0E9C-8843-A74A-8106-F004B5D387E7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163D0-5080-59D2-A66A-4164F0E7A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D9397-65D7-D93D-3E80-39FFC0834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3939E-A559-2040-9DBD-4991FD1F4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995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311D5-0206-A282-CB57-1F57BB8C9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07E9D-09EB-CB09-4B47-6CFC2D978F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5CF08-73F8-9476-849C-E2819ACC9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0E9C-8843-A74A-8106-F004B5D387E7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40AD1-0351-182F-B6AB-938B30170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61A21-60A2-AF57-150E-B5B601243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3939E-A559-2040-9DBD-4991FD1F4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57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FC274-40D5-A837-0AAE-8D118D2EA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2B0E69-9941-CACF-BACD-F316B3E35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C6AEF-B2C0-26BC-AF00-C23F19C73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0E9C-8843-A74A-8106-F004B5D387E7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62E45-AEAB-7EAC-88B1-765817C5F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8CD9C-DD2E-C033-33D1-5B742FA1A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3939E-A559-2040-9DBD-4991FD1F4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387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76EE9-6E6D-DA7D-7661-198B2CB51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190AA-4B90-DA51-FAB7-DF88418C16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789E20-A242-EA75-9F43-85DFBC29A5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A7347C-AC80-EAD5-49DD-B4D17D3FD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0E9C-8843-A74A-8106-F004B5D387E7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04FBA5-A839-183D-29ED-6131A597E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84353E-3750-7908-190C-C844B0654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3939E-A559-2040-9DBD-4991FD1F4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990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67185-1BC1-8097-6466-BF4CBB8B6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E2FFFC-C7AB-0637-C5CB-26429F88D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8A9D77-7FAD-1B71-75A0-163D83314D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E635DF-362E-92F4-0778-AD0FD98E0C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77F30A-FD9D-9DD1-8832-824C4F244F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1EA3A4-1419-ACB3-F1DE-27C2DF474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0E9C-8843-A74A-8106-F004B5D387E7}" type="datetimeFigureOut">
              <a:rPr lang="en-US" smtClean="0"/>
              <a:t>4/1/26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14093A-9183-DBB2-BF3B-0328E062E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8E529F-C391-280A-141A-9A90063A4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3939E-A559-2040-9DBD-4991FD1F4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084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58013-E770-2A6A-1FA7-E5A6E2AF8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38689B-29B8-4104-43DA-9C35DE9F7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0E9C-8843-A74A-8106-F004B5D387E7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E5B645-9D16-6536-DA67-91CF30CB5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868F72-1FE8-C6DA-795F-4C68AF9F2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3939E-A559-2040-9DBD-4991FD1F4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448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FF50B4-C5E7-76F6-23AD-BC8458724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0E9C-8843-A74A-8106-F004B5D387E7}" type="datetimeFigureOut">
              <a:rPr lang="en-US" smtClean="0"/>
              <a:t>4/1/26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7C8C48-86CB-A2F5-3F40-9FB166D2B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E1ED7-0C42-9D0F-94F8-2F2D44E50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3939E-A559-2040-9DBD-4991FD1F4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511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55D8E-9863-D991-F7C2-68898B821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A2333-F52E-BE34-BAD5-A10760DDA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7FCB70-BD1B-DE7B-8359-76D93B0393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B39006-74CB-B3FE-CDCE-3228BB19B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0E9C-8843-A74A-8106-F004B5D387E7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AE6136-12DD-108C-A34D-EE28D7269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0EDED-63C0-A985-8DEE-0EC2A6BB9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3939E-A559-2040-9DBD-4991FD1F4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695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59520-C790-FA8A-7A2A-98F06810F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63A39E-5D82-E9A8-A633-5423B3FAD4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D9B45E-2E40-7A8D-AA98-D81D416252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2956A7-EC86-0999-D0EE-FA611B435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0E9C-8843-A74A-8106-F004B5D387E7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E418BA-7778-A707-8DAF-983277D7B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56B742-E61B-9A67-1E88-85AD699E9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3939E-A559-2040-9DBD-4991FD1F4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749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CE251-85F0-93A6-5887-A12A3D300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E48EE1-782E-5BBB-062F-12765D15D3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E88C7-12E1-045C-CE28-558B765A4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0E9C-8843-A74A-8106-F004B5D387E7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13C4A-2B05-5757-0AAF-6C7602368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9391A-F0A6-991B-8EB3-62AB2F0A3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3939E-A559-2040-9DBD-4991FD1F4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3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586724-35DD-A871-59A4-2FE918B362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427DCF-A672-437C-31E6-264CABA994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1D168-287A-65B8-3FA7-282D071F8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0E9C-8843-A74A-8106-F004B5D387E7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26B5F-5AE3-1016-DA52-EDE9D3073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CA366-CF4D-D141-AE6F-9ACDAAFB3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3939E-A559-2040-9DBD-4991FD1F4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760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D93283-9575-9A2A-DD1B-933488F6E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4F86BE-FB8D-73B6-AF93-E7F076B2A3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73D0D-52D3-61CD-0C7B-612F5EB642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E50E9C-8843-A74A-8106-F004B5D387E7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F70DD-5840-7122-B896-1A8A5D4B77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4E068-F34D-FC45-BC8F-C28EC3C36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33939E-A559-2040-9DBD-4991FD1F4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146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DA4C9AF-3973-525B-0D13-EEAFCC65E9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068" y="0"/>
            <a:ext cx="11769932" cy="3244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8E70B9E-FC08-D2EC-E4B5-D4FB7A0E4BC8}"/>
              </a:ext>
            </a:extLst>
          </p:cNvPr>
          <p:cNvSpPr txBox="1"/>
          <p:nvPr/>
        </p:nvSpPr>
        <p:spPr>
          <a:xfrm>
            <a:off x="1258705" y="3119207"/>
            <a:ext cx="4829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Before removing muons in constituents (upper)</a:t>
            </a:r>
          </a:p>
        </p:txBody>
      </p:sp>
      <p:pic>
        <p:nvPicPr>
          <p:cNvPr id="5" name="Picture 4" descr="A graph with a green line&#10;&#10;AI-generated content may be incorrect.">
            <a:extLst>
              <a:ext uri="{FF2B5EF4-FFF2-40B4-BE49-F238E27FC236}">
                <a16:creationId xmlns:a16="http://schemas.microsoft.com/office/drawing/2014/main" id="{FD649F08-FA35-DC00-D9E7-0037C8AF8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067" y="3613666"/>
            <a:ext cx="11769933" cy="32443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7FCF18-7BA4-0666-3C95-8DF7FB147FB4}"/>
              </a:ext>
            </a:extLst>
          </p:cNvPr>
          <p:cNvSpPr txBox="1"/>
          <p:nvPr/>
        </p:nvSpPr>
        <p:spPr>
          <a:xfrm>
            <a:off x="1258705" y="3363411"/>
            <a:ext cx="706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After removing muons in constituents &amp; corrected </a:t>
            </a:r>
            <a:r>
              <a:rPr lang="en-US" dirty="0" err="1"/>
              <a:t>dEta</a:t>
            </a:r>
            <a:r>
              <a:rPr lang="en-US" dirty="0"/>
              <a:t> &amp; </a:t>
            </a:r>
            <a:r>
              <a:rPr lang="en-US" dirty="0" err="1"/>
              <a:t>dPhi</a:t>
            </a:r>
            <a:r>
              <a:rPr lang="en-US" dirty="0"/>
              <a:t> (lower)</a:t>
            </a:r>
          </a:p>
        </p:txBody>
      </p:sp>
    </p:spTree>
    <p:extLst>
      <p:ext uri="{BB962C8B-B14F-4D97-AF65-F5344CB8AC3E}">
        <p14:creationId xmlns:p14="http://schemas.microsoft.com/office/powerpoint/2010/main" val="975146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95A5E9-D74D-F1AE-327A-66B945C5D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160" y="3712373"/>
            <a:ext cx="11411840" cy="314562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E2AD3F4-8273-D894-00A3-CD91CE3AD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160" y="0"/>
            <a:ext cx="11411840" cy="31456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3D7B070-40F1-5249-3A23-1EEA6578F51A}"/>
              </a:ext>
            </a:extLst>
          </p:cNvPr>
          <p:cNvSpPr txBox="1"/>
          <p:nvPr/>
        </p:nvSpPr>
        <p:spPr>
          <a:xfrm>
            <a:off x="1258705" y="3119207"/>
            <a:ext cx="2976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Upper: performance of DNN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EB820-F39D-7432-74B8-82B492E44A34}"/>
              </a:ext>
            </a:extLst>
          </p:cNvPr>
          <p:cNvSpPr txBox="1"/>
          <p:nvPr/>
        </p:nvSpPr>
        <p:spPr>
          <a:xfrm>
            <a:off x="1258705" y="3363411"/>
            <a:ext cx="6986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Lower: performance of GDNN (GNN concatenated on top of the DNN)</a:t>
            </a:r>
          </a:p>
        </p:txBody>
      </p:sp>
    </p:spTree>
    <p:extLst>
      <p:ext uri="{BB962C8B-B14F-4D97-AF65-F5344CB8AC3E}">
        <p14:creationId xmlns:p14="http://schemas.microsoft.com/office/powerpoint/2010/main" val="2062537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40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Peilin Ye</dc:creator>
  <cp:lastModifiedBy>Peilin Ye</cp:lastModifiedBy>
  <cp:revision>1</cp:revision>
  <dcterms:created xsi:type="dcterms:W3CDTF">2026-04-01T15:12:51Z</dcterms:created>
  <dcterms:modified xsi:type="dcterms:W3CDTF">2026-04-01T15:23:45Z</dcterms:modified>
</cp:coreProperties>
</file>