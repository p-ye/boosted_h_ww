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8" r:id="rId4"/>
    <p:sldId id="263" r:id="rId5"/>
    <p:sldId id="259" r:id="rId6"/>
    <p:sldId id="264" r:id="rId7"/>
    <p:sldId id="257" r:id="rId8"/>
    <p:sldId id="265" r:id="rId9"/>
    <p:sldId id="261" r:id="rId10"/>
    <p:sldId id="266" r:id="rId11"/>
    <p:sldId id="267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687"/>
  </p:normalViewPr>
  <p:slideViewPr>
    <p:cSldViewPr snapToGrid="0">
      <p:cViewPr varScale="1">
        <p:scale>
          <a:sx n="85" d="100"/>
          <a:sy n="85" d="100"/>
        </p:scale>
        <p:origin x="176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00D6D-D239-2E98-F0D8-D1FB15B6B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5D632-1230-EFF1-DD0D-561FF49656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97C89-F4DE-7663-710F-2F433C6AB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F5167E-2E41-2A22-E303-F3D970D72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0F8A-C0FE-838C-9C18-DDA1BC327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81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76494-FF52-CFEE-2242-494E1962E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9D09D-0955-F11E-71F1-2E0D86FDF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2D6AA-5521-F134-9DE5-8ED9ED3A3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E0847-FE57-B038-6EF8-E3C02CB0C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3D63D-E7A9-4870-2D68-E2DF9D8C1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55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62D6B-0673-F199-CBD8-F1DDD2673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4E1DB-C15A-F647-9C20-32A18A19D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384B8-4818-2AA3-7129-135BDEAE8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1BD5E-48AD-50E7-DD80-2C65841E2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B5299-5064-8786-C65A-6DD631E1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95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DC2CB-709E-5BF8-5DCA-06DC94F48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F89E4-68A7-38C6-3E40-133BCB2343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B65EE-7D1F-306C-7E49-57529CED3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8F6BC-E501-4EE3-324C-E5D8B8D14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48CF6E-15A1-6511-F3C7-8B8265373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BE221-5D3D-432C-78D3-AA2B605AF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35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22C93-B4EF-37D9-8ABC-0CA2DE3C0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7131B-5251-6C92-6BAA-A7ECAAF22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0A055C-A0E7-5CB3-8F3E-80E280456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1439A0-699E-AB24-656E-40E650643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03B053-D87D-5EBE-9B2D-14F04BA10B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06E392-B8FF-E6C0-CAAA-A9EC4B95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243A9F-D97F-4DFF-BD84-228C064A9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6000D9-A60F-324B-1581-0467619A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644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C9F99-1A4A-6F11-2F84-3024B2A80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CD5D07-7E48-E5D4-FD48-79F07BDD8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4F4087-F226-3F7E-1F7D-C1DB48F29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D40411-2F4A-6545-1799-27CA54B97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51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658E39-4105-3F5F-87A7-56EF3A158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EDB380-F847-6DCC-903A-92170DC99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565F4-CA1D-4CEF-0FF2-A5265387A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33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68F6C-2E30-5087-087A-5C6018546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1FC60-73D0-6B13-A7F9-C499655EC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855A5-5202-31FD-EAE7-72138F1F68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C5A8F1-1A15-CDDF-AAAB-D971B3C84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9FFA0-FD32-FD8A-4AE1-A1CDA101A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545318-8B8E-6FF1-7049-0BB65AE35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090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4C646-9E71-CC1B-3010-03D64C1EF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F6F271-3080-C1E9-67A5-5DC3665892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0BFBEB-9F55-48B5-AC8D-8D90CF4B0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EB05FB-ED47-26DA-07F7-8A8EF558C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7EB7A-8D50-32BC-E9F0-2E80E383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9CBBC-CA5C-4A39-0F1B-2557DE52C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69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1E208-66B9-64B5-6FDB-CC0909CE5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D9BC1-6814-6F4B-D7C3-FA217364ED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17984-E500-08EA-65FA-722DB2FF2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60FB8-1EF6-32EF-3025-B375096DE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E6DBC-83DA-ECE7-E7CA-A35746454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03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63F582-B1A0-419E-BEFA-1A74226EAB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D0BB7F-BF44-9CF7-C0D5-BE032C37A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CB314-7FFC-A4AB-25D0-357EA046B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F48AD-0736-B84C-BC51-53A2B10639C6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33654-6575-88CD-91F4-21B0D8EEA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E1FF8-4152-B642-449A-7DCC9CA33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720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1B7D5D-9333-407C-F201-B2AF88993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2301D-BE77-0B4F-CDB6-2803E45AB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7E607-DB91-E684-34AF-7F130372F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CF48AD-0736-B84C-BC51-53A2B10639C6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89F7F-597D-A97B-91F0-5334AD175A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80C1E-25BF-9466-0165-23ADB56AC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19A193-8082-6B43-A9FE-8F46EDDF1A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785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9865B-962C-F2F7-9560-92D9B30BFA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Mar</a:t>
            </a:r>
            <a:r>
              <a:rPr lang="zh-CN" altLang="en-US" dirty="0"/>
              <a:t> </a:t>
            </a:r>
            <a:r>
              <a:rPr lang="en-US" altLang="zh-CN" dirty="0"/>
              <a:t>16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C8FF0-74DA-DB17-B2D6-5A78BB5215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282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E85D8-3A09-DCAD-7E3F-48082C588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stats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A25E8-0F90-8B6A-595F-920477771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1026"/>
            <a:ext cx="10515600" cy="5436973"/>
          </a:xfrm>
        </p:spPr>
        <p:txBody>
          <a:bodyPr>
            <a:normAutofit/>
          </a:bodyPr>
          <a:lstStyle/>
          <a:p>
            <a:r>
              <a:rPr lang="en-US" dirty="0"/>
              <a:t>Applying dr &lt; 1 cut comparing to dr &lt; 1.5 cut, 1.7% loss on sig event, and 44% loss on </a:t>
            </a:r>
            <a:r>
              <a:rPr lang="en-US" dirty="0" err="1"/>
              <a:t>bkg</a:t>
            </a:r>
            <a:r>
              <a:rPr lang="en-US" dirty="0"/>
              <a:t> event</a:t>
            </a:r>
          </a:p>
          <a:p>
            <a:pPr lvl="1"/>
            <a:r>
              <a:rPr lang="en-US" dirty="0" err="1"/>
              <a:t>sig_event_loss</a:t>
            </a:r>
            <a:r>
              <a:rPr lang="en-US" dirty="0"/>
              <a:t> =  0.017456 </a:t>
            </a:r>
            <a:r>
              <a:rPr lang="en-US" dirty="0" err="1"/>
              <a:t>sig_event_count</a:t>
            </a:r>
            <a:r>
              <a:rPr lang="en-US" dirty="0"/>
              <a:t> = 222387</a:t>
            </a:r>
          </a:p>
          <a:p>
            <a:pPr lvl="1"/>
            <a:r>
              <a:rPr lang="en-US" dirty="0" err="1"/>
              <a:t>sig_event_loss</a:t>
            </a:r>
            <a:r>
              <a:rPr lang="en-US" dirty="0"/>
              <a:t> = 0.447007 </a:t>
            </a:r>
            <a:r>
              <a:rPr lang="en-US" dirty="0" err="1"/>
              <a:t>bkg_event_count</a:t>
            </a:r>
            <a:r>
              <a:rPr lang="en-US" dirty="0"/>
              <a:t> = 285814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DNN features: '</a:t>
            </a:r>
            <a:r>
              <a:rPr lang="en-US" dirty="0" err="1"/>
              <a:t>numOfInDetTracks</a:t>
            </a:r>
            <a:r>
              <a:rPr lang="en-US" dirty="0"/>
              <a:t>', '</a:t>
            </a:r>
            <a:r>
              <a:rPr lang="en-US" dirty="0" err="1"/>
              <a:t>numOfFatJets</a:t>
            </a:r>
            <a:r>
              <a:rPr lang="en-US" dirty="0"/>
              <a:t>', '</a:t>
            </a:r>
            <a:r>
              <a:rPr lang="en-US" dirty="0" err="1"/>
              <a:t>numOfInDetTracks_inFJCone</a:t>
            </a:r>
            <a:r>
              <a:rPr lang="en-US" dirty="0"/>
              <a:t>’, '</a:t>
            </a:r>
            <a:r>
              <a:rPr lang="en-US" dirty="0" err="1"/>
              <a:t>muonPt</a:t>
            </a:r>
            <a:r>
              <a:rPr lang="en-US" dirty="0"/>
              <a:t>', '</a:t>
            </a:r>
            <a:r>
              <a:rPr lang="en-US" dirty="0" err="1"/>
              <a:t>muonEta</a:t>
            </a:r>
            <a:r>
              <a:rPr lang="en-US" dirty="0"/>
              <a:t>', '</a:t>
            </a:r>
            <a:r>
              <a:rPr lang="en-US" dirty="0" err="1"/>
              <a:t>fatJetPt</a:t>
            </a:r>
            <a:r>
              <a:rPr lang="en-US" dirty="0"/>
              <a:t>', '</a:t>
            </a:r>
            <a:r>
              <a:rPr lang="en-US" dirty="0" err="1"/>
              <a:t>fatJetM</a:t>
            </a:r>
            <a:r>
              <a:rPr lang="en-US" dirty="0"/>
              <a:t>', 'fatJetD2', '</a:t>
            </a:r>
            <a:r>
              <a:rPr lang="en-US" dirty="0" err="1"/>
              <a:t>fatJetEta</a:t>
            </a:r>
            <a:r>
              <a:rPr lang="en-US" dirty="0"/>
              <a:t>’, 'jet1Pt', 'jet1M','jet2Pt', 'jet2M’, 'MET’, '</a:t>
            </a:r>
            <a:r>
              <a:rPr lang="en-US" dirty="0" err="1"/>
              <a:t>muon_fatjet_dr</a:t>
            </a:r>
            <a:r>
              <a:rPr lang="en-US" dirty="0"/>
              <a:t>', '</a:t>
            </a:r>
            <a:r>
              <a:rPr lang="en-US" dirty="0" err="1"/>
              <a:t>muon_fatjet_deta</a:t>
            </a:r>
            <a:r>
              <a:rPr lang="en-US" dirty="0"/>
              <a:t>', '</a:t>
            </a:r>
            <a:r>
              <a:rPr lang="en-US" dirty="0" err="1"/>
              <a:t>muon_fatjet_dphi</a:t>
            </a:r>
            <a:r>
              <a:rPr lang="en-US" dirty="0"/>
              <a:t>’, 'muon_jet1_dr', 'muon_jet1_deta', 'muon_jet1_dphi',  'muon_jet2_dr', 'muon_jet2_deta', 'muon_jet2_dphi’, '</a:t>
            </a:r>
            <a:r>
              <a:rPr lang="en-US" dirty="0" err="1"/>
              <a:t>muon_MET_dphi</a:t>
            </a:r>
            <a:r>
              <a:rPr lang="en-US" dirty="0"/>
              <a:t>', '</a:t>
            </a:r>
            <a:r>
              <a:rPr lang="en-US" dirty="0" err="1"/>
              <a:t>fatjet_MET_dphi</a:t>
            </a:r>
            <a:r>
              <a:rPr lang="en-US" dirty="0"/>
              <a:t>’ (25 total)</a:t>
            </a:r>
          </a:p>
          <a:p>
            <a:r>
              <a:rPr lang="en-US" dirty="0"/>
              <a:t>GNN Features: (</a:t>
            </a:r>
            <a:r>
              <a:rPr lang="en-US" dirty="0" err="1"/>
              <a:t>rel_pt</a:t>
            </a:r>
            <a:r>
              <a:rPr lang="en-US" dirty="0"/>
              <a:t>, </a:t>
            </a:r>
            <a:r>
              <a:rPr lang="en-US" dirty="0" err="1"/>
              <a:t>deta</a:t>
            </a:r>
            <a:r>
              <a:rPr lang="en-US" dirty="0"/>
              <a:t>, </a:t>
            </a:r>
            <a:r>
              <a:rPr lang="en-US" dirty="0" err="1"/>
              <a:t>dphi</a:t>
            </a:r>
            <a:r>
              <a:rPr lang="en-US" dirty="0"/>
              <a:t>, dr) * 30</a:t>
            </a:r>
          </a:p>
        </p:txBody>
      </p:sp>
    </p:spTree>
    <p:extLst>
      <p:ext uri="{BB962C8B-B14F-4D97-AF65-F5344CB8AC3E}">
        <p14:creationId xmlns:p14="http://schemas.microsoft.com/office/powerpoint/2010/main" val="3152751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D5928-D14E-7DA0-39AD-4E7FB761A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Difference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4B22F-8F3E-4A2B-3124-2FF6D6EAB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GNN on </a:t>
            </a:r>
            <a:r>
              <a:rPr lang="en-US" dirty="0" err="1"/>
              <a:t>reco</a:t>
            </a:r>
            <a:r>
              <a:rPr lang="en-US" dirty="0"/>
              <a:t> is not comparable to when we trained it on truth. Possible reason maybe that in truth we used mass to identify particle types but </a:t>
            </a:r>
            <a:r>
              <a:rPr lang="en-US" dirty="0" err="1"/>
              <a:t>reco</a:t>
            </a:r>
            <a:r>
              <a:rPr lang="en-US" dirty="0"/>
              <a:t> we don’t have that. </a:t>
            </a:r>
          </a:p>
          <a:p>
            <a:endParaRPr lang="en-US" dirty="0"/>
          </a:p>
          <a:p>
            <a:r>
              <a:rPr lang="en-US" dirty="0"/>
              <a:t>Consistency: GNN and the transformer performed almost the same</a:t>
            </a:r>
          </a:p>
        </p:txBody>
      </p:sp>
    </p:spTree>
    <p:extLst>
      <p:ext uri="{BB962C8B-B14F-4D97-AF65-F5344CB8AC3E}">
        <p14:creationId xmlns:p14="http://schemas.microsoft.com/office/powerpoint/2010/main" val="2873360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1365C-4E65-3D1C-E441-0E3C5827A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DNN training result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4B59D78-F15A-6A68-A985-9350EF98D28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90" y="1349116"/>
            <a:ext cx="17899398" cy="4933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6482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6F4EC-996B-0C18-34BB-A11D05404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DNN truth results from before: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3230DF0-D68F-BCA7-59B8-87636A7F29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885"/>
          <a:stretch>
            <a:fillRect/>
          </a:stretch>
        </p:blipFill>
        <p:spPr bwMode="auto">
          <a:xfrm>
            <a:off x="248209" y="2191585"/>
            <a:ext cx="6926943" cy="2844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DAF5F2E7-ED24-DEB0-92ED-B5FEF5DA8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152" y="1992085"/>
            <a:ext cx="5016848" cy="3243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1560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56BA8-9DB2-13C0-EA7B-0C9E5D879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GNN training results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327AF90-BF02-31AE-A2F3-294240A7FB5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89049"/>
            <a:ext cx="18153089" cy="500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7633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3DD6B-675F-E09C-6E06-57D8A974C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GNN truth result (</a:t>
            </a:r>
            <a:r>
              <a:rPr lang="en-US" dirty="0" err="1"/>
              <a:t>fjc</a:t>
            </a:r>
            <a:r>
              <a:rPr lang="en-US" dirty="0"/>
              <a:t> only, 30 constituents)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04913B0-5CF7-2FA6-4E44-454BD92B2D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94" y="2694893"/>
            <a:ext cx="12080812" cy="397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1764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84A21-9242-0818-2690-648371A56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DGNN training results</a:t>
            </a:r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B0A3FD2-7922-67E3-8A2F-49BE3B4FA1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81580"/>
            <a:ext cx="18108118" cy="4991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798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0A5A5-52ED-694F-7B0F-D4C514D06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DGNN truth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650C45E-F6B7-FB1D-ACFF-46CEB12806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78665"/>
            <a:ext cx="18190758" cy="5014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688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69766-865F-A0C2-7FD6-E7CC01D29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training results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B8A8008-3B88-3D64-FB0C-CF912F1252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89834"/>
            <a:ext cx="18150240" cy="5003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1829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4A500-AD35-00F9-26DD-244975576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truth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F930A6C-71A0-D13D-C3E7-1B515F296B0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79561" y="1358199"/>
            <a:ext cx="15597790" cy="5134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04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5BBE2-3CB7-908A-B23E-2280E2FB3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Transformer + DNN 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E3052EF-F866-A271-ED0A-14C4C122602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278" y="1543987"/>
            <a:ext cx="17163525" cy="4731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0477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259</Words>
  <Application>Microsoft Macintosh PowerPoint</Application>
  <PresentationFormat>Widescreen</PresentationFormat>
  <Paragraphs>21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Mar 16</vt:lpstr>
      <vt:lpstr>Training stats</vt:lpstr>
      <vt:lpstr>Major Difference</vt:lpstr>
      <vt:lpstr>DNN training result</vt:lpstr>
      <vt:lpstr>DNN truth results from before:</vt:lpstr>
      <vt:lpstr>GNN training results</vt:lpstr>
      <vt:lpstr>GNN truth result (fjc only, 30 constituents)</vt:lpstr>
      <vt:lpstr>DGNN training results</vt:lpstr>
      <vt:lpstr>DGNN truth</vt:lpstr>
      <vt:lpstr>Transformer training results</vt:lpstr>
      <vt:lpstr>Transformer truth</vt:lpstr>
      <vt:lpstr>Transformer + DNN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Peilin Ye</dc:creator>
  <cp:lastModifiedBy>Peilin Ye</cp:lastModifiedBy>
  <cp:revision>2</cp:revision>
  <dcterms:created xsi:type="dcterms:W3CDTF">2026-01-29T16:29:08Z</dcterms:created>
  <dcterms:modified xsi:type="dcterms:W3CDTF">2026-03-16T18:31:17Z</dcterms:modified>
</cp:coreProperties>
</file>