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7"/>
  </p:normalViewPr>
  <p:slideViewPr>
    <p:cSldViewPr snapToGrid="0">
      <p:cViewPr varScale="1">
        <p:scale>
          <a:sx n="88" d="100"/>
          <a:sy n="88" d="100"/>
        </p:scale>
        <p:origin x="17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0514-DD39-6696-E5F8-E4F3CD4DF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982D03-EEF8-4806-557D-7B7386D29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DB0CD-9162-B83C-E25A-FA5CCF02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076A7-EB09-B0F8-70C1-41D6C5DDB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F27DD-C2E6-E95A-816D-757BE9F3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5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2BA2F-DEEC-E3D7-19C6-04E2288B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FD107-F388-2F70-2783-3A53B3281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5A32-9E6C-5DB6-D74D-70CE90AA9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24DB2-4D96-306F-A9AF-1E037DDFD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8227A-438F-D58C-977D-24141DD9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8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AE5C-68D1-847D-76CA-2F82AC42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C8F77-2F49-059F-54A3-D5CFD9BA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3D0AC-9537-C8A0-5FF3-DFE5BB4E1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727E5-51B8-03B5-2350-565A0681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2810-30DC-60D2-7E12-4C3A0F3F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5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0312-6D91-67E8-37D8-1B5CFB5DB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41A19-EF70-C86D-8782-ADB080127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2071-C0FE-933F-5FA1-2D494BA59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86A58-66A0-752E-B8A2-62289CC4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CE3C3-CD2D-9091-E5E1-54C395C62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D6266-8639-1A0B-92CC-C4C4D0DA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8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166B-766A-322D-7814-B2445822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138CE-BC68-EDE5-FFA3-0F50FD221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EC1F2-80C0-5BBB-0AB4-C49A067EE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5543B-6EFC-99EF-02E2-6408C6D128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0A26AF-0942-F484-0956-CE74B1105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57206-5F1C-7E89-914F-99F2F362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6753B-1942-4EB7-23C5-CEC76D7E8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3FCA25-577F-143F-A5B4-799C6BC0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08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89C2-9A0C-D2AA-84A9-7179856D0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CF0BB-8C7B-6EBF-48F6-35EF5D0B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369AC-1A64-49CD-EC6E-E246D8C68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6CB86-4E2D-B681-BBD6-8B9690B0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2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67197-5AB2-2FC3-8606-CB0AC42CF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C0A42-A5AB-CE9F-E083-98FD2C444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E946A-AF3B-F407-D055-EF1F255D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6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7698-7BBF-DAC0-59D0-3085A8CE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3F60-161B-5A22-7A09-EBC59F473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B6860-1E16-B841-3EBA-2D85C6A39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34215-C806-1170-0B4C-45951857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B8A87-E882-D4B0-4B8B-54F8467D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45B55-2313-3310-B5F5-8AC46879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57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F4B63-43D7-6BAA-D637-D30463FE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9476C6-10E9-2B9E-8186-7D1041083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39993-66BB-2DF7-FEF9-A69FB06AA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2B11B-4116-7D3B-4171-F80083824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35492-57E3-390E-AE2C-304C0891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581B9-6098-73BC-ADF7-732A499DA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8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C2D32-16C4-A654-CAFF-1C193881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2A6F8-7A85-8498-7D11-BE2E2F2C9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7A682-AB9D-4570-A6BE-2D39EEB2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B4559-44D2-5E60-FB6E-371D1E8B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80CC5-91AD-1D88-5814-ED9582A3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1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B488A-C09A-4796-CE1C-FD2A1816C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91E2E-D268-075E-C92A-12DCF9CA2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84E87-6374-9942-515B-B155A7EE2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0E369-646C-1EBA-158F-88789E85E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765D3-30D7-065E-F459-4F87E2D8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8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F76A05-EF0C-9E34-93F9-87C33F375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10D9F-7C3B-1D5D-A993-02B7EA20C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D4D0C-D5F9-546A-4671-609D2AD4D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5DDCF-2E0E-3146-B031-3FB27C05FA50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1DC3F-3930-28D6-5CA2-E5BE2CF0E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37A26-0A11-ED92-944C-0E20511FF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B545C-BC3D-504A-8175-7FCC3BF35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8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DD4261D-89EA-5112-4361-87CCE3A63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182323"/>
            <a:ext cx="5291666" cy="4493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18D63C-5E9E-A854-5EFB-620AAB177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185458"/>
            <a:ext cx="5291667" cy="248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75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623554-7476-FBD0-F0AC-45812433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70397" cy="35126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333778-8647-7164-62DB-C6A6DA644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486" y="3410620"/>
            <a:ext cx="4586514" cy="344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3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621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2026-03-02T18:08:32Z</dcterms:created>
  <dcterms:modified xsi:type="dcterms:W3CDTF">2026-03-03T06:13:00Z</dcterms:modified>
</cp:coreProperties>
</file>