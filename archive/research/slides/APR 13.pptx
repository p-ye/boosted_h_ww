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7"/>
  </p:normalViewPr>
  <p:slideViewPr>
    <p:cSldViewPr snapToGrid="0">
      <p:cViewPr>
        <p:scale>
          <a:sx n="67" d="100"/>
          <a:sy n="67" d="100"/>
        </p:scale>
        <p:origin x="2184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244B6-DCF5-C79F-345B-57A5800C7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A369B8-BFDA-AED6-F3DF-CAFDD3641F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B170A-4117-8BAF-C868-516D77965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8F45B-0F47-2347-B345-1FD10C9B352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2EEC5-C7A7-0BDE-3223-36A20E745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BBE253-3791-E86C-3387-D3F32AE70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E0C9-26BB-2349-B022-F630245F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76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2D4A-7EEC-17F0-1B18-922093507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D5230-7114-88F2-E1D4-D1DD4815D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D313C-C1D2-1099-5858-50555E852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8F45B-0F47-2347-B345-1FD10C9B352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DFE7E-1BCB-046B-D845-E862BC7D6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7685D-F7DC-456F-46B5-5E27A5BA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E0C9-26BB-2349-B022-F630245F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6742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9D9E2-F9A0-88DE-DE3F-24451E2E3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1C7D21-912F-84D6-2DA6-25A45C3BBC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FB782-1850-CF72-13D6-D0D963D96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8F45B-0F47-2347-B345-1FD10C9B352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A86F7-18D4-509B-0BEB-3413521ED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B9CB5C-D05D-E0AF-2ADA-711D768CC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E0C9-26BB-2349-B022-F630245F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889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60B9F-8CD8-FAD9-7B79-BDC786EC32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57C1E-85F7-0626-34FB-ED3D039D80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C8949A-4762-97B3-8AED-1B9F6AB34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F1931-D59E-D414-BA44-E821BA6FC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8F45B-0F47-2347-B345-1FD10C9B352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662782-30BC-E0A6-AA86-09E36582D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E6ADED-1590-BE3D-3D82-54A875BB5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E0C9-26BB-2349-B022-F630245F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08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B9ED84-0E89-EC0C-D23F-DDA4C91D5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9145F4-1221-164C-5C83-EEEC20740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E40BC-E3A3-12C1-9C67-DE2D51871F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91F248-AB41-174D-B910-71A1F10C6E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FF0349-FB75-4DFD-57CB-09499F457A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82D3D7-9EDB-D8F5-DE73-03299807F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8F45B-0F47-2347-B345-1FD10C9B352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E07EE8-CFCB-C8B4-FA31-44D0A7853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D608271-1380-397E-A546-BF05F40C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E0C9-26BB-2349-B022-F630245F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58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1FECA-119A-CC60-337A-8AA123D3D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674E19-92A9-6124-683F-22F23A820F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8F45B-0F47-2347-B345-1FD10C9B352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0A621-A373-E9A9-D69D-C9CA2A9BE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E067B2-0716-33D5-5927-B4368B5F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E0C9-26BB-2349-B022-F630245F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64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071C4-6B86-3AC5-90C3-2C9F54FFF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8F45B-0F47-2347-B345-1FD10C9B352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6D459D-5033-B757-6AA0-CC946B98D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FF77E-BD2E-FC8F-32E2-C76654900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E0C9-26BB-2349-B022-F630245F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067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7EE0-5F28-F2C3-2106-24FBA2CEC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F728F6-D7B8-D798-8088-0FFD9B164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0357A0-49CC-669B-9599-567C632B2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B3D77F-CA71-F000-AB74-0E2D0169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8F45B-0F47-2347-B345-1FD10C9B352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B037BC-ED42-823B-1884-CC2F2ADA9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C7DCA4-6678-217A-8F05-7FC6AA3CC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E0C9-26BB-2349-B022-F630245F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405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0AB1-7B9B-2520-EDE0-9DADF2950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CE394B-23D3-3789-D08E-06B3BB5F79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2104D1-DC53-744E-B26C-26897FFB4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6300AA-8CB0-4E08-233B-A3DCBAC53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8F45B-0F47-2347-B345-1FD10C9B352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567AD8-4025-A7A7-83C7-635F37BB2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307EE6-B6D8-7665-CF6B-5D50BA654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E0C9-26BB-2349-B022-F630245F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35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868E7-AAA3-7F5C-7192-03221706D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054223-2B4F-73D8-1922-A4D589721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A300C6-7D05-9DC5-9138-3B23FD5E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8F45B-0F47-2347-B345-1FD10C9B352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A9E31-DF66-02E7-2017-02EB7AA7A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DCA10-7F8B-CF1F-CCE1-BA0C6C6DF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E0C9-26BB-2349-B022-F630245F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336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B61572-29D8-93F6-FB87-CBCB56A337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F27BF1-45F8-DA6D-D303-B1F4934EFD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FE3E6-E06D-6DAF-8A27-8F88A6195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8F45B-0F47-2347-B345-1FD10C9B352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2264F-0023-9E58-2420-4853D861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3BE89-A291-AD26-27F5-984A02BA4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B4E0C9-26BB-2349-B022-F630245F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424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52C47E-14FC-DD2A-3B56-D8B6D4C06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C51EA-7193-95F0-BC5B-10CA039BA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DEC460-21FA-0307-F83E-4AF13681E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A8F45B-0F47-2347-B345-1FD10C9B352C}" type="datetimeFigureOut">
              <a:rPr lang="en-US" smtClean="0"/>
              <a:t>4/13/26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E677E-2453-F046-4848-9DB0CE84D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2377D-A95C-77E0-EB24-29E5866C2A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B4E0C9-26BB-2349-B022-F630245FE5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0912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24695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6BD04-4F21-59BA-4B55-31DEB2D1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 Training: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4954CC4-E0E6-DFA9-7192-78992EACE7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52002"/>
            <a:ext cx="10515600" cy="2898583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82BCE2-951D-3A4F-6310-DEB65148A7A3}"/>
              </a:ext>
            </a:extLst>
          </p:cNvPr>
          <p:cNvSpPr txBox="1"/>
          <p:nvPr/>
        </p:nvSpPr>
        <p:spPr>
          <a:xfrm>
            <a:off x="2002971" y="1901371"/>
            <a:ext cx="26568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DNN (fat jet D2 removed)</a:t>
            </a:r>
          </a:p>
        </p:txBody>
      </p:sp>
    </p:spTree>
    <p:extLst>
      <p:ext uri="{BB962C8B-B14F-4D97-AF65-F5344CB8AC3E}">
        <p14:creationId xmlns:p14="http://schemas.microsoft.com/office/powerpoint/2010/main" val="4215359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B2C45-88E6-E53C-1519-8C16271A5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Truth: GNN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05E2495-CBA8-E5F0-9EFB-142A67848E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52002"/>
            <a:ext cx="10515600" cy="2898583"/>
          </a:xfrm>
        </p:spPr>
      </p:pic>
    </p:spTree>
    <p:extLst>
      <p:ext uri="{BB962C8B-B14F-4D97-AF65-F5344CB8AC3E}">
        <p14:creationId xmlns:p14="http://schemas.microsoft.com/office/powerpoint/2010/main" val="1223638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CB24F-D37A-B6F1-41DC-08A66AEA22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Truth: GDNN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25C3965-8FC5-F2C3-98FB-93E9A2E93E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52002"/>
            <a:ext cx="10515600" cy="2898583"/>
          </a:xfrm>
        </p:spPr>
      </p:pic>
    </p:spTree>
    <p:extLst>
      <p:ext uri="{BB962C8B-B14F-4D97-AF65-F5344CB8AC3E}">
        <p14:creationId xmlns:p14="http://schemas.microsoft.com/office/powerpoint/2010/main" val="568803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AC5D8-D687-F30F-1FAC-D27C84AF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Reco: DNN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3604BBE-1FED-465D-4F71-AD1D7FE525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288" y="3429000"/>
            <a:ext cx="10515600" cy="2898583"/>
          </a:xfrm>
        </p:spPr>
      </p:pic>
    </p:spTree>
    <p:extLst>
      <p:ext uri="{BB962C8B-B14F-4D97-AF65-F5344CB8AC3E}">
        <p14:creationId xmlns:p14="http://schemas.microsoft.com/office/powerpoint/2010/main" val="2246212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1275D-FB36-5A78-89A3-05D647A0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Reco: GNN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CEE12B4-BF3B-3274-2DD5-386E17AFF8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52002"/>
            <a:ext cx="10515600" cy="2898583"/>
          </a:xfrm>
        </p:spPr>
      </p:pic>
    </p:spTree>
    <p:extLst>
      <p:ext uri="{BB962C8B-B14F-4D97-AF65-F5344CB8AC3E}">
        <p14:creationId xmlns:p14="http://schemas.microsoft.com/office/powerpoint/2010/main" val="37523104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C18732-4EE2-0885-26BF-9352A7CD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Reco: GDNN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AA116BE-60A3-2516-8595-BCCB8C0A8A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365126"/>
            <a:ext cx="10515600" cy="2898583"/>
          </a:xfr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68DC3C-95B3-9387-2BB0-FC66023159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2909"/>
          <a:stretch>
            <a:fillRect/>
          </a:stretch>
        </p:blipFill>
        <p:spPr>
          <a:xfrm>
            <a:off x="193288" y="365125"/>
            <a:ext cx="7055005" cy="2898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877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1414</TotalTime>
  <Words>25</Words>
  <Application>Microsoft Macintosh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Truth Training:</vt:lpstr>
      <vt:lpstr>Truth: GNN</vt:lpstr>
      <vt:lpstr>Truth: GDNN</vt:lpstr>
      <vt:lpstr>Reco: DNN</vt:lpstr>
      <vt:lpstr>Reco: GNN</vt:lpstr>
      <vt:lpstr>Reco: GDNN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1</cp:revision>
  <dcterms:created xsi:type="dcterms:W3CDTF">2026-04-13T14:50:11Z</dcterms:created>
  <dcterms:modified xsi:type="dcterms:W3CDTF">2026-04-14T14:24:56Z</dcterms:modified>
</cp:coreProperties>
</file>