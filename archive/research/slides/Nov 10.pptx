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6"/>
  </p:normalViewPr>
  <p:slideViewPr>
    <p:cSldViewPr snapToGrid="0">
      <p:cViewPr varScale="1">
        <p:scale>
          <a:sx n="88" d="100"/>
          <a:sy n="88" d="100"/>
        </p:scale>
        <p:origin x="1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2871-5120-843D-60FE-303F724F5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46826-C3B7-E90D-0E67-97546CB8B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9A9BC-9BF2-B8F4-9249-CD543BA6A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4A9E7-0C39-E246-0A23-0E042579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E78CC-268B-6F8D-16CB-A1D75DC6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3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A85B-45FC-EDAC-5044-220FD7EA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4EDA-9AA3-AFB5-8655-63A0804A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F39D1-863A-2703-9496-18904A5C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9B6C1-A2E4-DA49-A223-B079B2C4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558A7-4942-1F15-298E-67012F0A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0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0FA2-523C-E1E9-7941-0D1D7A56B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A2C25-C4AA-DB44-752E-F78995518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CF05-9263-6577-7002-CCADDE27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1EBE5-252F-B562-81DD-A95339AB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B7CA4-1009-B092-5944-A5DE89D2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6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15A0-D3D1-FBEA-0A00-A566253A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C870E-F1A5-C203-AB5D-C0C87F9A4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85288-E969-B0A5-2070-63635E25A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C0226-2755-2934-0323-8813216D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5BDDC-5FAD-160A-19FE-CEC43824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F817D-7BAB-9827-A1B0-DCE59093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B0A9-6306-9130-753D-0A111018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3C35F-6C5B-3F61-E4E1-432C770E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C805D-BE0C-DBDE-BE88-90F3F95EA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F0E10-C9AF-D917-D3B5-D7FE4789E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74A36-564F-1A97-4C95-BDB0191B7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A9CA9-60A1-255F-9152-375FB5DF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C5249-C9AE-DBDC-B09C-74234C3F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CD0EC-8905-668C-E909-CD43F4552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1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9C1C-F2B4-015B-8BDB-7C10F63F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396A5-FDD3-1025-2C79-2F473057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D4576-010F-555F-E2AD-20DEBA67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C8B5F-14F6-CE11-47D2-36A61B29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1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83090-69EB-DF20-5316-42C595AC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7590A-F1C2-0F2D-E5D6-CCF7AE9A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FF889-5A02-42B2-6D0D-01F89EB0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1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4734-32BD-35BC-E753-6BA51A5D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95148-C326-C965-957C-7594177C0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5223D-5AE0-C887-661B-B3DF88924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58D76-FEFC-D764-6D15-5789E655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9381E-3264-B8B0-0653-F40D9FE5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86DB1-1E71-1765-2E1E-CC7EAA0A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26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6DE9-9333-9D57-1D43-E5A85F1D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9EF87-502C-C8F6-FAD8-76A38AA18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8EB0F-525A-47C0-CF0F-ACA682B1D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01DE6-9878-2B25-16CB-9CDB8DF8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22847-CC84-E9C1-B71B-CDBBC8564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B2AFB-E3AC-B8F3-7004-B714F4FB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9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55A4-2E5C-FECB-CDF5-E453B228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F866C-4098-DEA1-D786-130ECB1C5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0C1B-D920-315C-EEA2-013A5D63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47146-2EB8-8996-2396-1012FD52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BB1AF-C4C7-FD99-E6F0-5AD125F7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0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83C85-4F80-4DC9-8A59-1EF53A342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85A0B-C9E1-CD45-B8C6-84A0AB58D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F0C85-E784-EC96-FA48-0BBAFC06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1D42D-5EB2-4D74-73F3-5A5D7FE1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F945-CEC5-6E5E-594A-EAFB0C42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0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7F45C-5BA1-BF8B-F8E6-46CD39BE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EE3C7-EC7E-2BCE-2C46-065C30050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2E91-E310-2AC8-233C-B7484A3A2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2B777-9B9E-1946-8728-3D2F9B9BE93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9A1BD-CDB5-26A1-EC1A-4F4145C05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4104-C145-256E-BE7F-6D3C25803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B18776-D884-9847-8D0F-79753D70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DB81-F43F-A747-A7B8-269B59ECD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Nov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CF7F3-A0AC-724E-83E5-4BE95C433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6237-42F0-EBC7-0F32-08A54A93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6701"/>
            <a:ext cx="10515600" cy="1325563"/>
          </a:xfrm>
        </p:spPr>
        <p:txBody>
          <a:bodyPr/>
          <a:lstStyle/>
          <a:p>
            <a:r>
              <a:rPr lang="en-US" dirty="0"/>
              <a:t>Event</a:t>
            </a:r>
            <a:r>
              <a:rPr lang="zh-CN" altLang="en-US" dirty="0"/>
              <a:t> </a:t>
            </a:r>
            <a:r>
              <a:rPr lang="en-US" altLang="zh-CN" dirty="0"/>
              <a:t>Weights: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520C-8BC8-8C54-3A76-88A24039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650506"/>
            <a:ext cx="9231086" cy="22074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--- Internal Background Weights ---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BG 280 GeV: Size=4722, Internal Weight=15.1620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BG 500 GeV: Size=61393, Internal Weight=1.1662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BG 1000 GeV: Size=148670, Internal Weight=0.4816</a:t>
            </a:r>
          </a:p>
          <a:p>
            <a:pPr marL="0" indent="0">
              <a:buNone/>
            </a:pPr>
            <a:r>
              <a:rPr lang="en-US" dirty="0"/>
              <a:t>--- Signal vs Background Weights ---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Signal: Size=879792, Final Weight=0.6221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Background: Raw Size=214785, Final Multiplier=2.5481</a:t>
            </a:r>
          </a:p>
        </p:txBody>
      </p:sp>
      <p:pic>
        <p:nvPicPr>
          <p:cNvPr id="4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F15B880-F6FD-2237-9D00-B9EC8364F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8737600" cy="396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4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C511-6CC7-6C67-62BD-2DBF8704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F64256-5CC5-2707-05CB-31D6191A81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85"/>
          <a:stretch>
            <a:fillRect/>
          </a:stretch>
        </p:blipFill>
        <p:spPr bwMode="auto">
          <a:xfrm>
            <a:off x="678543" y="2055813"/>
            <a:ext cx="9829800" cy="40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 shot of a test&#10;&#10;AI-generated content may be incorrect.">
            <a:extLst>
              <a:ext uri="{FF2B5EF4-FFF2-40B4-BE49-F238E27FC236}">
                <a16:creationId xmlns:a16="http://schemas.microsoft.com/office/drawing/2014/main" id="{5A6EEA7E-0B5E-A622-6863-A28AB323B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028" y="0"/>
            <a:ext cx="5050971" cy="180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30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E1A8F45-38E5-F102-CBF0-2799A545F7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5088"/>
            <a:ext cx="6166576" cy="392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5D1B4C1-65B7-9D9F-B5F8-F085C095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805" y="823684"/>
            <a:ext cx="8058378" cy="521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56AE66-18A7-CAFE-3EFF-5114015C9271}"/>
              </a:ext>
            </a:extLst>
          </p:cNvPr>
          <p:cNvSpPr txBox="1"/>
          <p:nvPr/>
        </p:nvSpPr>
        <p:spPr>
          <a:xfrm>
            <a:off x="327498" y="238909"/>
            <a:ext cx="5768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Sanity Check w/ signal eff curve</a:t>
            </a:r>
          </a:p>
        </p:txBody>
      </p:sp>
    </p:spTree>
    <p:extLst>
      <p:ext uri="{BB962C8B-B14F-4D97-AF65-F5344CB8AC3E}">
        <p14:creationId xmlns:p14="http://schemas.microsoft.com/office/powerpoint/2010/main" val="153075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78C0-EC78-5B62-9BAA-B5512EE1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569B-72DA-38A2-4C04-D53D80902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Jet constituent features: relative eta, </a:t>
            </a:r>
            <a:r>
              <a:rPr lang="en-US" dirty="0" err="1"/>
              <a:t>rel_phi</a:t>
            </a:r>
            <a:r>
              <a:rPr lang="en-US" dirty="0"/>
              <a:t>, </a:t>
            </a:r>
            <a:r>
              <a:rPr lang="en-US" dirty="0" err="1"/>
              <a:t>rel_pt</a:t>
            </a:r>
            <a:r>
              <a:rPr lang="en-US" dirty="0"/>
              <a:t>, </a:t>
            </a:r>
            <a:r>
              <a:rPr lang="en-US" dirty="0" err="1"/>
              <a:t>delta_r</a:t>
            </a:r>
            <a:r>
              <a:rPr lang="en-US" dirty="0"/>
              <a:t> (</a:t>
            </a:r>
            <a:r>
              <a:rPr lang="en-US" dirty="0" err="1"/>
              <a:t>wrt</a:t>
            </a:r>
            <a:r>
              <a:rPr lang="en-US" dirty="0"/>
              <a:t> fat jet), mass?</a:t>
            </a:r>
          </a:p>
          <a:p>
            <a:r>
              <a:rPr lang="en-US" dirty="0"/>
              <a:t>N constituent to consider?</a:t>
            </a:r>
          </a:p>
          <a:p>
            <a:r>
              <a:rPr lang="en-US" dirty="0"/>
              <a:t>Model: GNN run on fat jet and then concatenate GNN output to baseline model input and run baseline DNN</a:t>
            </a:r>
          </a:p>
          <a:p>
            <a:r>
              <a:rPr lang="en-US" dirty="0" err="1"/>
              <a:t>nrp</a:t>
            </a:r>
            <a:r>
              <a:rPr lang="en-US"/>
              <a:t> setup?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73A2407-983F-380F-9874-815C0E509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936" y="3703361"/>
            <a:ext cx="3907064" cy="297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E1D26E-5EC8-D0F5-7541-5C2DE0C7BECC}"/>
              </a:ext>
            </a:extLst>
          </p:cNvPr>
          <p:cNvSpPr txBox="1"/>
          <p:nvPr/>
        </p:nvSpPr>
        <p:spPr>
          <a:xfrm>
            <a:off x="8984343" y="6496441"/>
            <a:ext cx="2980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constituent count per fat jet </a:t>
            </a:r>
          </a:p>
        </p:txBody>
      </p:sp>
    </p:spTree>
    <p:extLst>
      <p:ext uri="{BB962C8B-B14F-4D97-AF65-F5344CB8AC3E}">
        <p14:creationId xmlns:p14="http://schemas.microsoft.com/office/powerpoint/2010/main" val="216812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142</Words>
  <Application>Microsoft Macintosh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Nov 10</vt:lpstr>
      <vt:lpstr>Event Weights: </vt:lpstr>
      <vt:lpstr>Baseline Model</vt:lpstr>
      <vt:lpstr>PowerPoint Presentation</vt:lpstr>
      <vt:lpstr>GNN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2025-11-09T20:56:58Z</dcterms:created>
  <dcterms:modified xsi:type="dcterms:W3CDTF">2025-11-10T16:52:22Z</dcterms:modified>
</cp:coreProperties>
</file>