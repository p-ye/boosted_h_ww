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>
      <p:cViewPr>
        <p:scale>
          <a:sx n="106" d="100"/>
          <a:sy n="106" d="100"/>
        </p:scale>
        <p:origin x="-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866C-8E5A-DD97-ADC1-71F1B1CC8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9C95A-AF60-58CF-F769-3CBF7C58B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83896-602A-19F3-5B92-DD640272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DC862-DBE0-F05A-1931-E8219FB0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8142F-68BD-6030-C257-CD0DF7AF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6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B581-6695-4662-9CF7-F1D909219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EE0C5-185A-2834-19CE-787DECAC3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AE9D-D21E-E564-B18B-9AA21C20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666AA-B975-5692-B23A-3132DA19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669DB-B4F8-F2E4-21B0-8D746E33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09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5707-C7A5-3963-E391-D728C37BC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78BF6-6DF3-E4ED-AE9D-E8EE3E0AC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74B97-624A-A69E-8355-7F2F01EAD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078ED-EB5D-0E8E-6C9B-C68942AC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5805F-0A58-1E3B-496F-47C5E211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4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53A8-C888-19CF-F5C6-B382CC28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48DC-026E-BE78-4224-4FCCC7A5C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20DCD-A54B-6602-7761-E232CD8E1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1D05D-F960-D583-4329-8AE0902F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56BE3-1074-44B9-3F73-2B9E8A54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2D0B8-AC86-868C-FD3D-0D862D9A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A134-401E-5661-A030-2F8F9AFB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7E83B-4253-DCDD-9522-BECFECE28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8FB15-C79E-7923-2974-99317B301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F1DA2-C7E6-DEA9-E01B-158F4C333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FAD88-2541-BBCF-FCD6-ACB10AD9C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E8461-BBE3-80EE-FB26-E7AC5E14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F70DF-53EB-EF6D-E6DC-D0EB35B4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7AD4B6-BF32-E015-D4C6-1F6CC850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8274-43E4-4948-F065-BDBCFFE0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5C5A6-00C2-16E7-197C-F8FF0013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48B34-0006-8CDF-1487-F9F6A086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99894-E913-7992-A705-B59C9AD3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0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34CA8-F266-60D3-F48A-6076B336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543E3-3700-5398-906E-4E9B96EC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1DEA4-068E-95EC-62E8-893798C2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8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81B9-41CA-3F80-646F-AF54D40B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FA40D-CD0C-1C02-D76A-CD983565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59C2A-7EE7-33A6-75D8-7C751671C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07F2D-549A-2A96-B4EE-E39B75A7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06DA8-8B86-91AA-F1FA-39FB1777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41DCA-12A1-B0BA-2CED-98AB52FC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6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87C4-7562-E72D-9699-E3BB611D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9B4FA2-33D9-FE92-91D5-CBE32BAE9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27EC1-57AD-BFA5-8D67-8D5BCB3EC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DC6AB-A6DF-DAA7-7D9F-1ADDD15D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57F4-95F4-C077-313E-DEE233BB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B9372-42DC-9ADC-9AD4-13CC9C71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2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04DE-D4B5-1308-EA77-CF1DFD16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3C814-1430-020E-E234-DA080DE1D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5EE4A-0CCA-F049-7662-1F745226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047F1-D77C-FA69-1FC8-748DA22BA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07575-E0DD-3F5D-D39D-898CDFAD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6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0D8462-14DE-8AD1-193E-45AEAFC62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E8B3C-C745-7074-AD5E-D0E0D55C4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F951D-A470-5E22-B10B-A1F09842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8CA42-00E5-5C45-4756-BC4C8515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B013F-734D-A5A6-A607-B6181002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4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C08864-CADB-9571-50C5-D75EEB1B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F59D5-F302-D30E-C925-890290921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1565-BEA3-AC43-309F-30AC6ED6E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E5826-DD5A-D749-A66E-A8257FF7611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D9068-7C8D-05E0-CA17-C1098F0C3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38A7D-89E5-625A-83F1-B0BE63694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0379A-7079-864D-95B6-F4FC13C5B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3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C2D4-E61D-E83B-5EB2-6B086CD21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Oct 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5FA91-62C2-095A-C51D-51DCC56982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1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1E7F-F61F-0868-332B-8A932A3F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45DF-FC99-7981-0485-FDEEF684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jets within </a:t>
            </a:r>
            <a:r>
              <a:rPr lang="en-US" dirty="0" err="1"/>
              <a:t>dR</a:t>
            </a:r>
            <a:r>
              <a:rPr lang="en-US" dirty="0"/>
              <a:t> = 1 of fat jets ( I do find many jets that have almost the same kinematics of some fat jets)</a:t>
            </a:r>
          </a:p>
          <a:p>
            <a:pPr lvl="1"/>
            <a:r>
              <a:rPr lang="en-US" dirty="0"/>
              <a:t>Q: I removed jets within dr = 1 with respect to any fat jet in that event. Should this be changed to </a:t>
            </a:r>
            <a:r>
              <a:rPr lang="en-US" dirty="0" err="1"/>
              <a:t>w.r.t.</a:t>
            </a:r>
            <a:r>
              <a:rPr lang="en-US" dirty="0"/>
              <a:t> the highest-pt fat jet?</a:t>
            </a:r>
          </a:p>
          <a:p>
            <a:r>
              <a:rPr lang="en-US" dirty="0"/>
              <a:t>Cut flow chart</a:t>
            </a:r>
          </a:p>
          <a:p>
            <a:r>
              <a:rPr lang="en-US" dirty="0"/>
              <a:t>Weighted training (also, no reg vs reg performed similarly)</a:t>
            </a:r>
          </a:p>
          <a:p>
            <a:r>
              <a:rPr lang="en-US" dirty="0"/>
              <a:t>Efficiency curve</a:t>
            </a:r>
          </a:p>
        </p:txBody>
      </p:sp>
    </p:spTree>
    <p:extLst>
      <p:ext uri="{BB962C8B-B14F-4D97-AF65-F5344CB8AC3E}">
        <p14:creationId xmlns:p14="http://schemas.microsoft.com/office/powerpoint/2010/main" val="312449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A9BF-78F9-AC81-D49D-397F9A1F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 flow chart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C27CEE4-46D0-6294-1457-7F90BD889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716" y="1825625"/>
            <a:ext cx="83545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4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2D75-E628-BEFF-9931-D4F52607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78039"/>
            <a:ext cx="10515600" cy="1325563"/>
          </a:xfrm>
        </p:spPr>
        <p:txBody>
          <a:bodyPr/>
          <a:lstStyle/>
          <a:p>
            <a:r>
              <a:rPr lang="en-US" dirty="0"/>
              <a:t>Weighted training results</a:t>
            </a:r>
          </a:p>
        </p:txBody>
      </p:sp>
      <p:pic>
        <p:nvPicPr>
          <p:cNvPr id="5" name="Content Placeholder 4" descr="A screen shot of a test&#10;&#10;AI-generated content may be incorrect.">
            <a:extLst>
              <a:ext uri="{FF2B5EF4-FFF2-40B4-BE49-F238E27FC236}">
                <a16:creationId xmlns:a16="http://schemas.microsoft.com/office/drawing/2014/main" id="{8219966E-A6F6-3383-1923-5E9D45527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5657" y="450170"/>
            <a:ext cx="5829300" cy="2095500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5A10C38-11CD-4C7D-90D1-A4FA9D1431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0"/>
          <a:stretch>
            <a:fillRect/>
          </a:stretch>
        </p:blipFill>
        <p:spPr bwMode="auto">
          <a:xfrm>
            <a:off x="1110342" y="2643685"/>
            <a:ext cx="10290629" cy="421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36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833E-0FAE-82F7-4996-74F8E883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score histogram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BBCE699-98A8-9DC6-0410-7687B257C2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255" y="1825625"/>
            <a:ext cx="68314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058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47F9-F884-3595-D9BA-EC9C3D6FA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curve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6C0B87-95AF-6D0F-6C39-1D78E9EC05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58555"/>
            <a:ext cx="5959108" cy="390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1381CEE-9EC9-BF69-896D-6B900D333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807" y="2258555"/>
            <a:ext cx="6260193" cy="404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C7314C-DCD1-594C-698D-9FF7146352AC}"/>
              </a:ext>
            </a:extLst>
          </p:cNvPr>
          <p:cNvSpPr txBox="1"/>
          <p:nvPr/>
        </p:nvSpPr>
        <p:spPr>
          <a:xfrm>
            <a:off x="116114" y="6168287"/>
            <a:ext cx="369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(the unit should be TeV (ignore 1e6))</a:t>
            </a:r>
          </a:p>
        </p:txBody>
      </p:sp>
    </p:spTree>
    <p:extLst>
      <p:ext uri="{BB962C8B-B14F-4D97-AF65-F5344CB8AC3E}">
        <p14:creationId xmlns:p14="http://schemas.microsoft.com/office/powerpoint/2010/main" val="3009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102</Words>
  <Application>Microsoft Macintosh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Oct 27</vt:lpstr>
      <vt:lpstr>Changes</vt:lpstr>
      <vt:lpstr>Cut flow chart</vt:lpstr>
      <vt:lpstr>Weighted training results</vt:lpstr>
      <vt:lpstr>Sigmoid score histogram</vt:lpstr>
      <vt:lpstr>Efficiency curve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2</cp:revision>
  <dcterms:created xsi:type="dcterms:W3CDTF">2025-10-27T15:27:49Z</dcterms:created>
  <dcterms:modified xsi:type="dcterms:W3CDTF">2025-10-27T22:42:00Z</dcterms:modified>
</cp:coreProperties>
</file>