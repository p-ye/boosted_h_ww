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3" r:id="rId5"/>
    <p:sldId id="258" r:id="rId6"/>
    <p:sldId id="264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87"/>
  </p:normalViewPr>
  <p:slideViewPr>
    <p:cSldViewPr snapToGrid="0">
      <p:cViewPr varScale="1">
        <p:scale>
          <a:sx n="85" d="100"/>
          <a:sy n="85" d="100"/>
        </p:scale>
        <p:origin x="17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0D6D-D239-2E98-F0D8-D1FB15B6B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5D632-1230-EFF1-DD0D-561FF4965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97C89-F4DE-7663-710F-2F433C6A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5167E-2E41-2A22-E303-F3D970D7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0F8A-C0FE-838C-9C18-DDA1BC327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8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6494-FF52-CFEE-2242-494E1962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9D09D-0955-F11E-71F1-2E0D86FDF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2D6AA-5521-F134-9DE5-8ED9ED3A3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E0847-FE57-B038-6EF8-E3C02CB0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3D63D-E7A9-4870-2D68-E2DF9D8C1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5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2D6B-0673-F199-CBD8-F1DDD2673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4E1DB-C15A-F647-9C20-32A18A19D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384B8-4818-2AA3-7129-135BDEAE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1BD5E-48AD-50E7-DD80-2C65841E2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B5299-5064-8786-C65A-6DD631E1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9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DC2CB-709E-5BF8-5DCA-06DC94F4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F89E4-68A7-38C6-3E40-133BCB2343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B65EE-7D1F-306C-7E49-57529CED3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8F6BC-E501-4EE3-324C-E5D8B8D1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8CF6E-15A1-6511-F3C7-8B826537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BE221-5D3D-432C-78D3-AA2B605AF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5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2C93-B4EF-37D9-8ABC-0CA2DE3C0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7131B-5251-6C92-6BAA-A7ECAAF22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A055C-A0E7-5CB3-8F3E-80E280456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439A0-699E-AB24-656E-40E650643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03B053-D87D-5EBE-9B2D-14F04BA10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06E392-B8FF-E6C0-CAAA-A9EC4B95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243A9F-D97F-4DFF-BD84-228C064A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000D9-A60F-324B-1581-0467619A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44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C9F99-1A4A-6F11-2F84-3024B2A8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D5D07-7E48-E5D4-FD48-79F07BDD8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F4087-F226-3F7E-1F7D-C1DB48F29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40411-2F4A-6545-1799-27CA54B9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1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658E39-4105-3F5F-87A7-56EF3A158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DB380-F847-6DCC-903A-92170DC9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565F4-CA1D-4CEF-0FF2-A5265387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8F6C-2E30-5087-087A-5C6018546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1FC60-73D0-6B13-A7F9-C499655EC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855A5-5202-31FD-EAE7-72138F1F6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5A8F1-1A15-CDDF-AAAB-D971B3C84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9FFA0-FD32-FD8A-4AE1-A1CDA101A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45318-8B8E-6FF1-7049-0BB65AE3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9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C646-9E71-CC1B-3010-03D64C1E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6F271-3080-C1E9-67A5-5DC366589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BFBEB-9F55-48B5-AC8D-8D90CF4B0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B05FB-ED47-26DA-07F7-8A8EF558C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7EB7A-8D50-32BC-E9F0-2E80E383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9CBBC-CA5C-4A39-0F1B-2557DE52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6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E208-66B9-64B5-6FDB-CC0909CE5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D9BC1-6814-6F4B-D7C3-FA217364E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17984-E500-08EA-65FA-722DB2FF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60FB8-1EF6-32EF-3025-B375096DE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DBC-83DA-ECE7-E7CA-A3574645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0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63F582-B1A0-419E-BEFA-1A74226EA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0BB7F-BF44-9CF7-C0D5-BE032C37A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CB314-7FFC-A4AB-25D0-357EA046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3654-6575-88CD-91F4-21B0D8EE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E1FF8-4152-B642-449A-7DCC9CA3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20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1B7D5D-9333-407C-F201-B2AF88993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2301D-BE77-0B4F-CDB6-2803E45AB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7E607-DB91-E684-34AF-7F130372F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F48AD-0736-B84C-BC51-53A2B10639C6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89F7F-597D-A97B-91F0-5334AD175A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80C1E-25BF-9466-0165-23ADB56AC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8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865B-962C-F2F7-9560-92D9B30BFA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Feb 16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C8FF0-74DA-DB17-B2D6-5A78BB5215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82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0B13C-1810-7365-CDF8-63CC90BE7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A3D54F0-963D-AF07-6B1A-14B16A608D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44485"/>
            <a:ext cx="12192000" cy="4013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47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DD6B-675F-E09C-6E06-57D8A974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4913B0-5CF7-2FA6-4E44-454BD92B2D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48131"/>
            <a:ext cx="12180924" cy="4009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764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38DFC19-FED3-40FF-483D-8CE4785BBC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8188"/>
            <a:ext cx="9086617" cy="6829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573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5C9AF7A-8904-152E-7359-D7D83B8CB5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2412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993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9EFD9-770F-3E8F-5DB5-79CD87BF6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7045D-BFD6-057E-A77F-A3DD752B9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335C6B0-0332-4685-0BF4-CC561A081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947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33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F4EC-996B-0C18-34BB-A11D0540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DNN baseline results from before: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3230DF0-D68F-BCA7-59B8-87636A7F29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85"/>
          <a:stretch>
            <a:fillRect/>
          </a:stretch>
        </p:blipFill>
        <p:spPr bwMode="auto">
          <a:xfrm>
            <a:off x="248209" y="2191585"/>
            <a:ext cx="6926943" cy="284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DAF5F2E7-ED24-DEB0-92ED-B5FEF5DA8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152" y="1992085"/>
            <a:ext cx="5016848" cy="3243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560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07F1-C693-BD6F-2B81-9E40625F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Combined:</a:t>
            </a:r>
          </a:p>
        </p:txBody>
      </p:sp>
      <p:pic>
        <p:nvPicPr>
          <p:cNvPr id="8" name="Content Placeholder 7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E38338DB-9874-5468-FB9C-AECD41049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174023" y="172822"/>
            <a:ext cx="8017977" cy="632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632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A5A5-52ED-694F-7B0F-D4C514D0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650C45E-F6B7-FB1D-ACFF-46CEB12806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" y="2148114"/>
            <a:ext cx="11980841" cy="330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688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12</Words>
  <Application>Microsoft Macintosh PowerPoint</Application>
  <PresentationFormat>Widescreen</PresentationFormat>
  <Paragraphs>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Feb 16</vt:lpstr>
      <vt:lpstr>Transformer</vt:lpstr>
      <vt:lpstr>GNN</vt:lpstr>
      <vt:lpstr>PowerPoint Presentation</vt:lpstr>
      <vt:lpstr>PowerPoint Presentation</vt:lpstr>
      <vt:lpstr>PowerPoint Presentation</vt:lpstr>
      <vt:lpstr>DNN baseline results from before:</vt:lpstr>
      <vt:lpstr>Combined: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2</cp:revision>
  <dcterms:created xsi:type="dcterms:W3CDTF">2026-01-29T16:29:08Z</dcterms:created>
  <dcterms:modified xsi:type="dcterms:W3CDTF">2026-02-16T19:35:43Z</dcterms:modified>
</cp:coreProperties>
</file>