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2"/>
  </p:normalViewPr>
  <p:slideViewPr>
    <p:cSldViewPr snapToGrid="0">
      <p:cViewPr varScale="1">
        <p:scale>
          <a:sx n="119" d="100"/>
          <a:sy n="119" d="100"/>
        </p:scale>
        <p:origin x="2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F0A44-0076-48BB-DADF-CC7CFFFB9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744B3-64FB-93AD-F551-286BC7A9B8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5BABAF-3DA7-0BE1-77E7-5F11DAF5A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E9170-880A-5549-881D-5B5DBE9E514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03A255-92AF-9E1C-FFC6-1360A04EE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26E4B-0D6B-4440-F189-CC0A62174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E456D-FD90-E94F-802B-C7DA133F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088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3F341-9EAF-5F59-A06A-59730745D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37A54-C470-2A25-ADDD-E392038B60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EE8E7-0C2E-8CAF-B8C8-6DA0A0E48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E9170-880A-5549-881D-5B5DBE9E514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4F421B-020C-58C2-332B-29E610950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D6E21-7069-723D-F69A-32A05776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E456D-FD90-E94F-802B-C7DA133F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515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EAE00-77C8-C540-4A1D-2202C7425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56FC1C-6FC3-09C7-921F-A4E576D413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385CD-6C9F-E8C4-33B6-814C73934B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E9170-880A-5549-881D-5B5DBE9E514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0E13A-62C9-6A02-A73D-EA1C5694B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27E40-B2E0-4356-8462-BA22FCE99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E456D-FD90-E94F-802B-C7DA133F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20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19927-E127-360F-C71B-DA1E41FC1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3C1C0-A48F-992C-B278-518CB68DB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B09CA-B3BF-15C7-6C43-003A6BCB5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69EC4E-DEF7-CF32-3AF6-AC4DF7A92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E9170-880A-5549-881D-5B5DBE9E514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F18B0-8C92-2C0D-97E4-C5765AC59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0C042-AB08-EEB1-957C-AA3A90E9E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E456D-FD90-E94F-802B-C7DA133F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935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F764-62AF-5775-1577-B13EFD036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4099E-BA15-6D37-E427-9725F50450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53876-71B5-18EA-ACDF-713BB59F1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436E46-26B9-3BD0-AA1F-76DFDCE609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181D5F-B898-59C4-57EB-5BB3AB9B5F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9B8629-AC6F-505D-3DE2-57D39FBC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E9170-880A-5549-881D-5B5DBE9E514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8DA1FB-DA8D-7F1E-1E78-5809DBCB8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63D2F3-0C2E-3654-7143-E2C8250E3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E456D-FD90-E94F-802B-C7DA133F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642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449CC-60A5-9F0C-D6D0-83E0D8374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C57B20-ABA6-5EB8-4204-699173F27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E9170-880A-5549-881D-5B5DBE9E514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4FD087-27DF-50B6-DB2E-04782617E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05B5-BDED-A29F-5F14-B7A28CB41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E456D-FD90-E94F-802B-C7DA133F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827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2C5FE6-7B5F-9F4E-62F2-2CB4E07E5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E9170-880A-5549-881D-5B5DBE9E514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C7653D-45A6-FE8C-277A-7711E6D8D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0E49D-3714-E3EE-1FD7-9F89DACE3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E456D-FD90-E94F-802B-C7DA133F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694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93EED-EC3C-AE34-94DB-1A2133A1B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4BCB0-D0EC-1CD8-68D6-BCE0B581A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40C72C-43B4-ACEF-AB5F-F577B1112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833D03-09C6-7066-362F-8A23DCA4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E9170-880A-5549-881D-5B5DBE9E514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03D7E-1269-A359-C93F-6C776826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3A022-FD47-5A43-A859-965929626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E456D-FD90-E94F-802B-C7DA133F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36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97562-9A70-845C-1D65-692AEC66E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48213D-E4C9-1676-8476-6E0F8D7105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FAE61E-101B-0AA3-1EEF-6B9C68E47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F09DEE-9BE1-187A-F8D4-0F0F05E61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E9170-880A-5549-881D-5B5DBE9E514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C5AE84-012A-2067-45A1-269D6F96A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51CAB8-8DEF-5980-136E-E33D93577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E456D-FD90-E94F-802B-C7DA133F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87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97B62-0441-4754-4BC7-B3B9214A0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7059C2-15C2-C65E-BB2D-BB4FBC6DE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5C79EC-49F4-0A03-F507-D4A5F9EEE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E9170-880A-5549-881D-5B5DBE9E514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A9D62-3404-1ED2-230C-3ED8281EB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FB992-C70E-7FA6-3AEF-CAB4D426F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E456D-FD90-E94F-802B-C7DA133F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822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80BA58-3BB2-88F6-A1C9-06E3103378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FA2AC-0620-5F7E-92D1-D2101FBDC0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FC279-FE66-C013-62E3-FD83D2804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EE9170-880A-5549-881D-5B5DBE9E514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1A903-F35E-9BCE-6B97-D64F95E46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87208-C460-4E03-CAC7-B40A3F5B6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E456D-FD90-E94F-802B-C7DA133F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51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3995B4-5A8B-3EBC-DE2B-503A63A42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322DB3-BE5F-C7F4-C870-C4053AE10A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F4E834-6BA1-AE33-8686-F2C35B1AF0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EE9170-880A-5549-881D-5B5DBE9E5141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1F06F-00EA-8B50-4C50-8E991D2995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F883A-77D3-6CA3-AF26-E924E83C4C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CE456D-FD90-E94F-802B-C7DA133FC4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81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0986E-6E1B-1D6B-40C3-65CFE04C5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Done: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E2991-5A13-EAE3-5111-DA04FEADEE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Preprocessed dataset (break into multiple flat </a:t>
            </a:r>
            <a:r>
              <a:rPr lang="en-US" dirty="0" err="1"/>
              <a:t>csvs</a:t>
            </a:r>
            <a:r>
              <a:rPr lang="en-US" dirty="0"/>
              <a:t> based on particle type (i.e. generator, lepton, jets, fat jets, fat jet constituents)</a:t>
            </a:r>
          </a:p>
          <a:p>
            <a:r>
              <a:rPr lang="en-US" dirty="0"/>
              <a:t>2. treated eta discrepancy</a:t>
            </a:r>
          </a:p>
          <a:p>
            <a:r>
              <a:rPr lang="en-US" dirty="0"/>
              <a:t>3. built a DNN using a lepton, a jet and and 2 fat jets(with </a:t>
            </a:r>
            <a:r>
              <a:rPr lang="en-US" dirty="0" err="1"/>
              <a:t>fjc</a:t>
            </a:r>
            <a:r>
              <a:rPr lang="en-US" dirty="0"/>
              <a:t> count) (can be easily updated)</a:t>
            </a:r>
          </a:p>
        </p:txBody>
      </p:sp>
    </p:spTree>
    <p:extLst>
      <p:ext uri="{BB962C8B-B14F-4D97-AF65-F5344CB8AC3E}">
        <p14:creationId xmlns:p14="http://schemas.microsoft.com/office/powerpoint/2010/main" val="2295870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323D2-8C55-93BE-CC0D-400236120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Do: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DFB41-67D9-6BC0-1AF1-F73A64F6B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1. Truth particle matching: Higgs in signal inside fat jet</a:t>
            </a:r>
          </a:p>
          <a:p>
            <a:r>
              <a:rPr lang="en-US" dirty="0"/>
              <a:t>2. add preselection criteria: lepton within </a:t>
            </a:r>
            <a:r>
              <a:rPr lang="en-US" dirty="0" err="1"/>
              <a:t>dR</a:t>
            </a:r>
            <a:r>
              <a:rPr lang="en-US" dirty="0"/>
              <a:t> &lt; 1 of fat jet / and some pt cut(? Not now)</a:t>
            </a:r>
          </a:p>
          <a:p>
            <a:pPr lvl="1"/>
            <a:r>
              <a:rPr lang="en-US" dirty="0"/>
              <a:t>Should this be considered into the model evaluation?</a:t>
            </a:r>
          </a:p>
          <a:p>
            <a:r>
              <a:rPr lang="en-US" dirty="0"/>
              <a:t>3. decide input structure (how many jets/fat jets? Leading jet or </a:t>
            </a:r>
            <a:r>
              <a:rPr lang="en-US" dirty="0" err="1"/>
              <a:t>subleading</a:t>
            </a:r>
            <a:r>
              <a:rPr lang="en-US" dirty="0"/>
              <a:t> jet? </a:t>
            </a:r>
            <a:r>
              <a:rPr lang="en-US" dirty="0" err="1"/>
              <a:t>Etc</a:t>
            </a:r>
            <a:r>
              <a:rPr lang="en-US" dirty="0"/>
              <a:t>…)</a:t>
            </a:r>
          </a:p>
          <a:p>
            <a:r>
              <a:rPr lang="en-US" dirty="0"/>
              <a:t>4. constituents: top 5 constituents (pt eta </a:t>
            </a:r>
            <a:r>
              <a:rPr lang="en-US" dirty="0" err="1"/>
              <a:t>dphi</a:t>
            </a:r>
            <a:r>
              <a:rPr lang="en-US" dirty="0"/>
              <a:t>) / maybe try throwing in more</a:t>
            </a:r>
          </a:p>
          <a:p>
            <a:r>
              <a:rPr lang="en-US" dirty="0"/>
              <a:t>5. met: just use pt / phi of the neutrino</a:t>
            </a:r>
          </a:p>
          <a:p>
            <a:r>
              <a:rPr lang="en-US" dirty="0"/>
              <a:t>6. separate electron / muon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2770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D7246-0E72-C52D-AEAF-41F69D9FE6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performance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F46A5C1-F242-8E0A-B1CD-895458186A7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74852"/>
            <a:ext cx="12192000" cy="337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test results with numbers&#10;&#10;AI-generated content may be incorrect.">
            <a:extLst>
              <a:ext uri="{FF2B5EF4-FFF2-40B4-BE49-F238E27FC236}">
                <a16:creationId xmlns:a16="http://schemas.microsoft.com/office/drawing/2014/main" id="{8B95FC40-CB9F-F3E5-C21F-5A7FF1827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0" y="5556"/>
            <a:ext cx="5651500" cy="20447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CD58A3-2164-6835-2619-D8A3E579D51E}"/>
              </a:ext>
            </a:extLst>
          </p:cNvPr>
          <p:cNvSpPr txBox="1"/>
          <p:nvPr/>
        </p:nvSpPr>
        <p:spPr>
          <a:xfrm>
            <a:off x="9187543" y="2127888"/>
            <a:ext cx="28729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size 19: first layer 128</a:t>
            </a:r>
          </a:p>
        </p:txBody>
      </p:sp>
    </p:spTree>
    <p:extLst>
      <p:ext uri="{BB962C8B-B14F-4D97-AF65-F5344CB8AC3E}">
        <p14:creationId xmlns:p14="http://schemas.microsoft.com/office/powerpoint/2010/main" val="3279150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46E92-8002-BF87-E6FB-553EB04A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Eta check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D6DBA715-8557-02A6-D7E8-6EEDC89F186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186" y="1987550"/>
            <a:ext cx="5050990" cy="3899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A6BCC561-77E6-0683-1EBC-19DBF6DFA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5651" y="1987550"/>
            <a:ext cx="4894177" cy="3899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8ED1C4B-A33A-F723-E04F-E9D5928D67C1}"/>
              </a:ext>
            </a:extLst>
          </p:cNvPr>
          <p:cNvSpPr txBox="1"/>
          <p:nvPr/>
        </p:nvSpPr>
        <p:spPr>
          <a:xfrm>
            <a:off x="1857829" y="6052457"/>
            <a:ext cx="20352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Fjc</a:t>
            </a:r>
            <a:r>
              <a:rPr lang="en-US" dirty="0"/>
              <a:t> eta distribution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D286DB-C4F2-7014-7299-698F1D14F17F}"/>
              </a:ext>
            </a:extLst>
          </p:cNvPr>
          <p:cNvSpPr txBox="1"/>
          <p:nvPr/>
        </p:nvSpPr>
        <p:spPr>
          <a:xfrm>
            <a:off x="8665029" y="6125029"/>
            <a:ext cx="1913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Fj eta distribution</a:t>
            </a:r>
          </a:p>
        </p:txBody>
      </p:sp>
    </p:spTree>
    <p:extLst>
      <p:ext uri="{BB962C8B-B14F-4D97-AF65-F5344CB8AC3E}">
        <p14:creationId xmlns:p14="http://schemas.microsoft.com/office/powerpoint/2010/main" val="2923922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3157</TotalTime>
  <Words>188</Words>
  <Application>Microsoft Macintosh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Have Done:</vt:lpstr>
      <vt:lpstr>To Do:</vt:lpstr>
      <vt:lpstr>Model performance</vt:lpstr>
      <vt:lpstr>Eta check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Peilin Ye</dc:creator>
  <cp:lastModifiedBy>Peilin Ye</cp:lastModifiedBy>
  <cp:revision>2</cp:revision>
  <dcterms:created xsi:type="dcterms:W3CDTF">2025-09-29T15:50:23Z</dcterms:created>
  <dcterms:modified xsi:type="dcterms:W3CDTF">2025-10-01T20:27:44Z</dcterms:modified>
</cp:coreProperties>
</file>