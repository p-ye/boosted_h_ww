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687"/>
  </p:normalViewPr>
  <p:slideViewPr>
    <p:cSldViewPr snapToGrid="0">
      <p:cViewPr varScale="1">
        <p:scale>
          <a:sx n="104" d="100"/>
          <a:sy n="104" d="100"/>
        </p:scale>
        <p:origin x="68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9BD8F2-A6DE-FC75-8F00-0B4895E512C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4E0B7B-33EE-B141-E07C-BF6B175217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B45BF3-6288-8A06-68F1-D8FB8799C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403D9-21E9-4298-F63C-9537F2852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9293D-2F4D-1665-ACCA-1AA436BD1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7012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8C84E0-88A1-3C22-281E-F6906F394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BD550-CD34-812A-5D4B-8FD79B760A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5762B-CB5F-C13E-1DF1-F19A745C1F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729DE-2994-192C-513F-07937A2D8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3D804-A5D3-B0D8-E34B-B573A4183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97629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06405-FDC0-3077-6089-735AE837B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8B1FC0-A83E-6298-B951-DCFCF2F9F0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6D6F0-83F0-376D-82E5-D5CA7C0867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577489-EB65-840D-9F6B-6FA3C9E73B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C4EF6D-802A-4F92-356D-B6AEB01706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3709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FE8B6-36B3-7464-F19C-6D599E2A3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3BD892-AC54-185C-2B44-9BFED44D59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BB2063-82B2-7EFB-F265-B397467553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3561F9-4555-7F71-2573-D66765033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6BF0D2-1019-3E1D-55D4-2F2F3F1FB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225909-E301-1228-265F-141FC563C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015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9F515-B769-6F5E-82E3-23003887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CA9B87-7612-9B47-E88C-77A7E0E08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E22F0B-782C-0740-A335-F0D32B0F65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DF4956-A3F9-2E1B-51D1-5CA32953FCF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314FEB-8F52-BE57-E6FE-278044066E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D86D0EC-9529-811B-297E-382C71B45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417D8-0EE7-EB86-B30E-C0D57FBE2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73BA773-1C6F-8EF7-B8CC-F485FBE057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996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65F51-1C44-4941-A35F-97F0E95D3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B8F3D5-17B1-0176-FEA8-D5C03A7D5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217760-436B-B0E0-C78B-34E643B2D2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F9B1FFA-31DE-44F0-CEA8-FF02FB1155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544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3541062-3CCB-15BA-5288-7BF51B537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E7BE03-4D27-6A67-1AC2-5570EF77A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D2DED5-0C06-72C1-3240-2D7AAD437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29646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7C63A-4295-C20E-693D-D3FC67007E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BF50D-E88F-27A9-F2DB-18790507D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55C960-9B9F-E797-DE0F-84630E2E80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341946-B1DC-349D-C98C-EA4F217A0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8154D8-574E-93BB-DD82-4D5674422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338BD-D72B-1568-F17E-C8C08F71C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496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8DE675-8C95-D1B5-8A56-E4020E7610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FB26D3E-5AA6-E05A-0168-54748A820F4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4B461D-6EA0-9BED-98EE-E598A8556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135F067-BEAE-94FB-6D74-F57CCCD434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886EF-A080-2921-BBB0-7A4BF7A51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56B2C4-945A-5344-CD67-D2BBBB781D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0529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AE41CF-4B0E-B111-B2F9-65185EDB1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B0CF4-668A-C6A9-9B77-711FD7F878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B9A222-5A11-A77C-2609-3EB41D5A59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2E0F6-3001-7097-6E40-F050AB418B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197E02-E9D2-85D0-CCB0-440BF6CF4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107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68AE5B-4801-0E97-4287-9F1564E011B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6E94B5-1559-FC19-EF41-40CF8C07D7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8FC33C-6B30-3998-1B1E-963DB8804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B7919D-2C32-5DFC-0E60-19D960665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DAAC0A-CC89-8B0B-92A0-6E0A4D754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281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6204253-A774-D5C9-00FA-04C08331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BA13E7-BEAB-FC48-1CD7-02C1C75BE3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1D077C-43E6-1A85-4B44-8FAFA1138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53B6C61-C89E-AA47-89AF-D46A328034AB}" type="datetimeFigureOut">
              <a:rPr lang="en-US" smtClean="0"/>
              <a:t>4/7/26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491476-CB27-875C-211C-240A100728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792F9-19AD-77C7-A539-0F9F92C4AE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2BD45C-7FE9-8347-B39E-94CC62FCB1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3213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2E7EDFB-3721-E976-BF00-5250F1E027FF}"/>
              </a:ext>
            </a:extLst>
          </p:cNvPr>
          <p:cNvSpPr txBox="1"/>
          <p:nvPr/>
        </p:nvSpPr>
        <p:spPr>
          <a:xfrm>
            <a:off x="1059543" y="406400"/>
            <a:ext cx="2488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TRUTH Muon only plots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712709-55CA-8113-B2D8-1B4EBB548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85332"/>
            <a:ext cx="12296191" cy="338939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7779813-2FF1-A2EE-E2A5-BACDB43BE4A5}"/>
              </a:ext>
            </a:extLst>
          </p:cNvPr>
          <p:cNvSpPr txBox="1"/>
          <p:nvPr/>
        </p:nvSpPr>
        <p:spPr>
          <a:xfrm>
            <a:off x="3265714" y="1016000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DNN</a:t>
            </a:r>
          </a:p>
        </p:txBody>
      </p:sp>
    </p:spTree>
    <p:extLst>
      <p:ext uri="{BB962C8B-B14F-4D97-AF65-F5344CB8AC3E}">
        <p14:creationId xmlns:p14="http://schemas.microsoft.com/office/powerpoint/2010/main" val="2250588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AE181E-160F-7DCA-5A61-E6DC005DA143}"/>
              </a:ext>
            </a:extLst>
          </p:cNvPr>
          <p:cNvSpPr txBox="1"/>
          <p:nvPr/>
        </p:nvSpPr>
        <p:spPr>
          <a:xfrm>
            <a:off x="2133600" y="493486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E793FB-09B9-F9C0-CBDE-D26BD83F81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8661"/>
            <a:ext cx="11980257" cy="3302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5808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C977606-144A-12FC-08AC-F3101093B2ED}"/>
              </a:ext>
            </a:extLst>
          </p:cNvPr>
          <p:cNvSpPr txBox="1"/>
          <p:nvPr/>
        </p:nvSpPr>
        <p:spPr>
          <a:xfrm>
            <a:off x="1262743" y="580571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GDNN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3862E7-A58C-5AA0-CFCF-7CCC20707B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748661"/>
            <a:ext cx="12506813" cy="344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3757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2C594EB-C747-BFB9-5ACC-62E43CCFCCEA}"/>
              </a:ext>
            </a:extLst>
          </p:cNvPr>
          <p:cNvSpPr txBox="1"/>
          <p:nvPr/>
        </p:nvSpPr>
        <p:spPr>
          <a:xfrm>
            <a:off x="769257" y="319314"/>
            <a:ext cx="82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RECO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A944C5-A040-45D0-F02C-9E3AFF5E0115}"/>
              </a:ext>
            </a:extLst>
          </p:cNvPr>
          <p:cNvSpPr txBox="1"/>
          <p:nvPr/>
        </p:nvSpPr>
        <p:spPr>
          <a:xfrm>
            <a:off x="2191657" y="653143"/>
            <a:ext cx="6703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DNN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59CFAE1-D315-3FA5-7EA8-C899289E4F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8661"/>
            <a:ext cx="12192000" cy="336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220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B7C0F7E-B3EC-17A3-2768-0A549BE1F602}"/>
              </a:ext>
            </a:extLst>
          </p:cNvPr>
          <p:cNvSpPr txBox="1"/>
          <p:nvPr/>
        </p:nvSpPr>
        <p:spPr>
          <a:xfrm>
            <a:off x="522514" y="478971"/>
            <a:ext cx="675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4254298-AD94-A6AF-5D0C-360802B327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8661"/>
            <a:ext cx="12190882" cy="336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8672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1C6453-C639-1321-3A78-AED297AE725B}"/>
              </a:ext>
            </a:extLst>
          </p:cNvPr>
          <p:cNvSpPr txBox="1"/>
          <p:nvPr/>
        </p:nvSpPr>
        <p:spPr>
          <a:xfrm>
            <a:off x="841829" y="377371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GDNN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1A18C5-0855-7B4F-3A82-5FE22D731A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48661"/>
            <a:ext cx="12192000" cy="3360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765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EC42DFD-349A-819F-4B47-4B17DADBB4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4021" y="4479504"/>
            <a:ext cx="7772400" cy="214243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C41059F-519B-7A9D-3077-573DC3C7BE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827657" cy="29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19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1313</TotalTime>
  <Words>11</Words>
  <Application>Microsoft Macintosh PowerPoint</Application>
  <PresentationFormat>Widescreen</PresentationFormat>
  <Paragraphs>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Peilin Ye</dc:creator>
  <cp:lastModifiedBy>Peilin Ye</cp:lastModifiedBy>
  <cp:revision>2</cp:revision>
  <dcterms:created xsi:type="dcterms:W3CDTF">2026-04-06T17:42:46Z</dcterms:created>
  <dcterms:modified xsi:type="dcterms:W3CDTF">2026-04-07T16:27:32Z</dcterms:modified>
</cp:coreProperties>
</file>